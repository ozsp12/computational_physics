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7" r:id="rId2"/>
    <p:sldId id="395" r:id="rId3"/>
    <p:sldId id="397" r:id="rId4"/>
    <p:sldId id="390" r:id="rId5"/>
    <p:sldId id="391" r:id="rId6"/>
    <p:sldId id="392" r:id="rId7"/>
    <p:sldId id="393" r:id="rId8"/>
    <p:sldId id="398" r:id="rId9"/>
    <p:sldId id="399" r:id="rId10"/>
    <p:sldId id="39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8C3AF-77E9-44C3-8D57-4240BA3EABD8}" v="626" dt="2025-03-08T20:21:49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1090" y="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1F844C25-59B8-4426-9D66-9F2A7F10F9CE}"/>
    <pc:docChg chg="undo custSel addSld delSld modSld">
      <pc:chgData name="Osvaldo Luiz Santos Pereira" userId="c308351cf5a860c7" providerId="LiveId" clId="{1F844C25-59B8-4426-9D66-9F2A7F10F9CE}" dt="2023-11-27T09:55:59.922" v="649" actId="20577"/>
      <pc:docMkLst>
        <pc:docMk/>
      </pc:docMkLst>
      <pc:sldChg chg="modSp mod">
        <pc:chgData name="Osvaldo Luiz Santos Pereira" userId="c308351cf5a860c7" providerId="LiveId" clId="{1F844C25-59B8-4426-9D66-9F2A7F10F9CE}" dt="2023-11-26T13:31:39.501" v="606" actId="20577"/>
        <pc:sldMkLst>
          <pc:docMk/>
          <pc:sldMk cId="1303736943" sldId="257"/>
        </pc:sldMkLst>
      </pc:sldChg>
      <pc:sldChg chg="del">
        <pc:chgData name="Osvaldo Luiz Santos Pereira" userId="c308351cf5a860c7" providerId="LiveId" clId="{1F844C25-59B8-4426-9D66-9F2A7F10F9CE}" dt="2023-11-26T13:09:09.585" v="4" actId="47"/>
        <pc:sldMkLst>
          <pc:docMk/>
          <pc:sldMk cId="847172993" sldId="327"/>
        </pc:sldMkLst>
      </pc:sldChg>
      <pc:sldChg chg="del">
        <pc:chgData name="Osvaldo Luiz Santos Pereira" userId="c308351cf5a860c7" providerId="LiveId" clId="{1F844C25-59B8-4426-9D66-9F2A7F10F9CE}" dt="2023-11-26T13:09:11.129" v="11" actId="47"/>
        <pc:sldMkLst>
          <pc:docMk/>
          <pc:sldMk cId="2972287295" sldId="329"/>
        </pc:sldMkLst>
      </pc:sldChg>
      <pc:sldChg chg="del">
        <pc:chgData name="Osvaldo Luiz Santos Pereira" userId="c308351cf5a860c7" providerId="LiveId" clId="{1F844C25-59B8-4426-9D66-9F2A7F10F9CE}" dt="2023-11-26T13:09:11.996" v="16" actId="47"/>
        <pc:sldMkLst>
          <pc:docMk/>
          <pc:sldMk cId="3483785778" sldId="332"/>
        </pc:sldMkLst>
      </pc:sldChg>
      <pc:sldChg chg="del">
        <pc:chgData name="Osvaldo Luiz Santos Pereira" userId="c308351cf5a860c7" providerId="LiveId" clId="{1F844C25-59B8-4426-9D66-9F2A7F10F9CE}" dt="2023-11-26T13:09:12.193" v="17" actId="47"/>
        <pc:sldMkLst>
          <pc:docMk/>
          <pc:sldMk cId="1629326660" sldId="333"/>
        </pc:sldMkLst>
      </pc:sldChg>
      <pc:sldChg chg="del">
        <pc:chgData name="Osvaldo Luiz Santos Pereira" userId="c308351cf5a860c7" providerId="LiveId" clId="{1F844C25-59B8-4426-9D66-9F2A7F10F9CE}" dt="2023-11-26T13:09:11.297" v="12" actId="47"/>
        <pc:sldMkLst>
          <pc:docMk/>
          <pc:sldMk cId="1525406427" sldId="343"/>
        </pc:sldMkLst>
      </pc:sldChg>
      <pc:sldChg chg="del">
        <pc:chgData name="Osvaldo Luiz Santos Pereira" userId="c308351cf5a860c7" providerId="LiveId" clId="{1F844C25-59B8-4426-9D66-9F2A7F10F9CE}" dt="2023-11-26T13:09:09.761" v="5" actId="47"/>
        <pc:sldMkLst>
          <pc:docMk/>
          <pc:sldMk cId="3523814595" sldId="344"/>
        </pc:sldMkLst>
      </pc:sldChg>
      <pc:sldChg chg="del">
        <pc:chgData name="Osvaldo Luiz Santos Pereira" userId="c308351cf5a860c7" providerId="LiveId" clId="{1F844C25-59B8-4426-9D66-9F2A7F10F9CE}" dt="2023-11-26T13:09:09.941" v="6" actId="47"/>
        <pc:sldMkLst>
          <pc:docMk/>
          <pc:sldMk cId="2893504514" sldId="345"/>
        </pc:sldMkLst>
      </pc:sldChg>
      <pc:sldChg chg="del">
        <pc:chgData name="Osvaldo Luiz Santos Pereira" userId="c308351cf5a860c7" providerId="LiveId" clId="{1F844C25-59B8-4426-9D66-9F2A7F10F9CE}" dt="2023-11-26T13:09:10.201" v="7" actId="47"/>
        <pc:sldMkLst>
          <pc:docMk/>
          <pc:sldMk cId="815916705" sldId="346"/>
        </pc:sldMkLst>
      </pc:sldChg>
      <pc:sldChg chg="del">
        <pc:chgData name="Osvaldo Luiz Santos Pereira" userId="c308351cf5a860c7" providerId="LiveId" clId="{1F844C25-59B8-4426-9D66-9F2A7F10F9CE}" dt="2023-11-26T13:09:11.522" v="13" actId="47"/>
        <pc:sldMkLst>
          <pc:docMk/>
          <pc:sldMk cId="1876678423" sldId="347"/>
        </pc:sldMkLst>
      </pc:sldChg>
      <pc:sldChg chg="del">
        <pc:chgData name="Osvaldo Luiz Santos Pereira" userId="c308351cf5a860c7" providerId="LiveId" clId="{1F844C25-59B8-4426-9D66-9F2A7F10F9CE}" dt="2023-11-26T13:09:10.608" v="8" actId="47"/>
        <pc:sldMkLst>
          <pc:docMk/>
          <pc:sldMk cId="3464971042" sldId="348"/>
        </pc:sldMkLst>
      </pc:sldChg>
      <pc:sldChg chg="del">
        <pc:chgData name="Osvaldo Luiz Santos Pereira" userId="c308351cf5a860c7" providerId="LiveId" clId="{1F844C25-59B8-4426-9D66-9F2A7F10F9CE}" dt="2023-11-26T13:09:10.795" v="9" actId="47"/>
        <pc:sldMkLst>
          <pc:docMk/>
          <pc:sldMk cId="887731418" sldId="349"/>
        </pc:sldMkLst>
      </pc:sldChg>
      <pc:sldChg chg="del">
        <pc:chgData name="Osvaldo Luiz Santos Pereira" userId="c308351cf5a860c7" providerId="LiveId" clId="{1F844C25-59B8-4426-9D66-9F2A7F10F9CE}" dt="2023-11-26T13:09:13.001" v="18" actId="47"/>
        <pc:sldMkLst>
          <pc:docMk/>
          <pc:sldMk cId="3494035615" sldId="350"/>
        </pc:sldMkLst>
      </pc:sldChg>
      <pc:sldChg chg="del">
        <pc:chgData name="Osvaldo Luiz Santos Pereira" userId="c308351cf5a860c7" providerId="LiveId" clId="{1F844C25-59B8-4426-9D66-9F2A7F10F9CE}" dt="2023-11-26T13:09:15.982" v="20" actId="47"/>
        <pc:sldMkLst>
          <pc:docMk/>
          <pc:sldMk cId="2236835278" sldId="351"/>
        </pc:sldMkLst>
      </pc:sldChg>
      <pc:sldChg chg="del">
        <pc:chgData name="Osvaldo Luiz Santos Pereira" userId="c308351cf5a860c7" providerId="LiveId" clId="{1F844C25-59B8-4426-9D66-9F2A7F10F9CE}" dt="2023-11-26T13:09:09.208" v="1" actId="47"/>
        <pc:sldMkLst>
          <pc:docMk/>
          <pc:sldMk cId="2466685254" sldId="353"/>
        </pc:sldMkLst>
      </pc:sldChg>
      <pc:sldChg chg="del">
        <pc:chgData name="Osvaldo Luiz Santos Pereira" userId="c308351cf5a860c7" providerId="LiveId" clId="{1F844C25-59B8-4426-9D66-9F2A7F10F9CE}" dt="2023-11-26T13:09:09.452" v="2" actId="47"/>
        <pc:sldMkLst>
          <pc:docMk/>
          <pc:sldMk cId="2060255519" sldId="354"/>
        </pc:sldMkLst>
      </pc:sldChg>
      <pc:sldChg chg="modSp mod">
        <pc:chgData name="Osvaldo Luiz Santos Pereira" userId="c308351cf5a860c7" providerId="LiveId" clId="{1F844C25-59B8-4426-9D66-9F2A7F10F9CE}" dt="2023-11-26T13:33:22.825" v="645" actId="1076"/>
        <pc:sldMkLst>
          <pc:docMk/>
          <pc:sldMk cId="1193654908" sldId="356"/>
        </pc:sldMkLst>
      </pc:sldChg>
      <pc:sldChg chg="modSp mod">
        <pc:chgData name="Osvaldo Luiz Santos Pereira" userId="c308351cf5a860c7" providerId="LiveId" clId="{1F844C25-59B8-4426-9D66-9F2A7F10F9CE}" dt="2023-11-26T13:24:36.224" v="308" actId="20577"/>
        <pc:sldMkLst>
          <pc:docMk/>
          <pc:sldMk cId="2389999328" sldId="357"/>
        </pc:sldMkLst>
      </pc:sldChg>
      <pc:sldChg chg="modSp mod">
        <pc:chgData name="Osvaldo Luiz Santos Pereira" userId="c308351cf5a860c7" providerId="LiveId" clId="{1F844C25-59B8-4426-9D66-9F2A7F10F9CE}" dt="2023-11-26T13:25:28.151" v="344" actId="20577"/>
        <pc:sldMkLst>
          <pc:docMk/>
          <pc:sldMk cId="2194354923" sldId="358"/>
        </pc:sldMkLst>
      </pc:sldChg>
      <pc:sldChg chg="modSp mod">
        <pc:chgData name="Osvaldo Luiz Santos Pereira" userId="c308351cf5a860c7" providerId="LiveId" clId="{1F844C25-59B8-4426-9D66-9F2A7F10F9CE}" dt="2023-11-26T13:28:03.918" v="393" actId="20577"/>
        <pc:sldMkLst>
          <pc:docMk/>
          <pc:sldMk cId="2443068354" sldId="359"/>
        </pc:sldMkLst>
      </pc:sldChg>
      <pc:sldChg chg="modSp mod">
        <pc:chgData name="Osvaldo Luiz Santos Pereira" userId="c308351cf5a860c7" providerId="LiveId" clId="{1F844C25-59B8-4426-9D66-9F2A7F10F9CE}" dt="2023-11-26T13:25:24.014" v="340" actId="20577"/>
        <pc:sldMkLst>
          <pc:docMk/>
          <pc:sldMk cId="2498086408" sldId="360"/>
        </pc:sldMkLst>
      </pc:sldChg>
      <pc:sldChg chg="modSp mod">
        <pc:chgData name="Osvaldo Luiz Santos Pereira" userId="c308351cf5a860c7" providerId="LiveId" clId="{1F844C25-59B8-4426-9D66-9F2A7F10F9CE}" dt="2023-11-26T13:24:49.179" v="316" actId="20577"/>
        <pc:sldMkLst>
          <pc:docMk/>
          <pc:sldMk cId="3183670058" sldId="363"/>
        </pc:sldMkLst>
      </pc:sldChg>
      <pc:sldChg chg="del">
        <pc:chgData name="Osvaldo Luiz Santos Pereira" userId="c308351cf5a860c7" providerId="LiveId" clId="{1F844C25-59B8-4426-9D66-9F2A7F10F9CE}" dt="2023-11-26T13:09:44.746" v="21" actId="47"/>
        <pc:sldMkLst>
          <pc:docMk/>
          <pc:sldMk cId="10464197" sldId="364"/>
        </pc:sldMkLst>
      </pc:sldChg>
      <pc:sldChg chg="modSp mod">
        <pc:chgData name="Osvaldo Luiz Santos Pereira" userId="c308351cf5a860c7" providerId="LiveId" clId="{1F844C25-59B8-4426-9D66-9F2A7F10F9CE}" dt="2023-11-26T13:24:40.193" v="310" actId="20577"/>
        <pc:sldMkLst>
          <pc:docMk/>
          <pc:sldMk cId="1812892139" sldId="365"/>
        </pc:sldMkLst>
      </pc:sldChg>
      <pc:sldChg chg="del">
        <pc:chgData name="Osvaldo Luiz Santos Pereira" userId="c308351cf5a860c7" providerId="LiveId" clId="{1F844C25-59B8-4426-9D66-9F2A7F10F9CE}" dt="2023-11-26T13:09:11.707" v="14" actId="47"/>
        <pc:sldMkLst>
          <pc:docMk/>
          <pc:sldMk cId="2528229287" sldId="366"/>
        </pc:sldMkLst>
      </pc:sldChg>
      <pc:sldChg chg="del">
        <pc:chgData name="Osvaldo Luiz Santos Pereira" userId="c308351cf5a860c7" providerId="LiveId" clId="{1F844C25-59B8-4426-9D66-9F2A7F10F9CE}" dt="2023-11-26T13:09:11.816" v="15" actId="47"/>
        <pc:sldMkLst>
          <pc:docMk/>
          <pc:sldMk cId="239952395" sldId="368"/>
        </pc:sldMkLst>
      </pc:sldChg>
      <pc:sldChg chg="modSp mod">
        <pc:chgData name="Osvaldo Luiz Santos Pereira" userId="c308351cf5a860c7" providerId="LiveId" clId="{1F844C25-59B8-4426-9D66-9F2A7F10F9CE}" dt="2023-11-26T13:24:44.266" v="312" actId="20577"/>
        <pc:sldMkLst>
          <pc:docMk/>
          <pc:sldMk cId="1896221573" sldId="369"/>
        </pc:sldMkLst>
      </pc:sldChg>
      <pc:sldChg chg="del">
        <pc:chgData name="Osvaldo Luiz Santos Pereira" userId="c308351cf5a860c7" providerId="LiveId" clId="{1F844C25-59B8-4426-9D66-9F2A7F10F9CE}" dt="2023-11-26T13:10:14.430" v="23" actId="47"/>
        <pc:sldMkLst>
          <pc:docMk/>
          <pc:sldMk cId="2467625486" sldId="371"/>
        </pc:sldMkLst>
      </pc:sldChg>
      <pc:sldChg chg="del">
        <pc:chgData name="Osvaldo Luiz Santos Pereira" userId="c308351cf5a860c7" providerId="LiveId" clId="{1F844C25-59B8-4426-9D66-9F2A7F10F9CE}" dt="2023-11-26T13:09:08.908" v="0" actId="47"/>
        <pc:sldMkLst>
          <pc:docMk/>
          <pc:sldMk cId="3753303553" sldId="372"/>
        </pc:sldMkLst>
      </pc:sldChg>
      <pc:sldChg chg="del">
        <pc:chgData name="Osvaldo Luiz Santos Pereira" userId="c308351cf5a860c7" providerId="LiveId" clId="{1F844C25-59B8-4426-9D66-9F2A7F10F9CE}" dt="2023-11-26T13:10:05.003" v="22" actId="47"/>
        <pc:sldMkLst>
          <pc:docMk/>
          <pc:sldMk cId="1065822023" sldId="373"/>
        </pc:sldMkLst>
      </pc:sldChg>
      <pc:sldChg chg="del">
        <pc:chgData name="Osvaldo Luiz Santos Pereira" userId="c308351cf5a860c7" providerId="LiveId" clId="{1F844C25-59B8-4426-9D66-9F2A7F10F9CE}" dt="2023-11-26T13:09:10.966" v="10" actId="47"/>
        <pc:sldMkLst>
          <pc:docMk/>
          <pc:sldMk cId="371344065" sldId="374"/>
        </pc:sldMkLst>
      </pc:sldChg>
      <pc:sldChg chg="del">
        <pc:chgData name="Osvaldo Luiz Santos Pereira" userId="c308351cf5a860c7" providerId="LiveId" clId="{1F844C25-59B8-4426-9D66-9F2A7F10F9CE}" dt="2023-11-26T13:09:13.477" v="19" actId="47"/>
        <pc:sldMkLst>
          <pc:docMk/>
          <pc:sldMk cId="1025221180" sldId="378"/>
        </pc:sldMkLst>
      </pc:sldChg>
      <pc:sldChg chg="modSp mod">
        <pc:chgData name="Osvaldo Luiz Santos Pereira" userId="c308351cf5a860c7" providerId="LiveId" clId="{1F844C25-59B8-4426-9D66-9F2A7F10F9CE}" dt="2023-11-26T13:25:19.295" v="336" actId="20577"/>
        <pc:sldMkLst>
          <pc:docMk/>
          <pc:sldMk cId="3317913325" sldId="380"/>
        </pc:sldMkLst>
      </pc:sldChg>
      <pc:sldChg chg="modSp mod">
        <pc:chgData name="Osvaldo Luiz Santos Pereira" userId="c308351cf5a860c7" providerId="LiveId" clId="{1F844C25-59B8-4426-9D66-9F2A7F10F9CE}" dt="2023-11-27T09:55:55.266" v="647" actId="20577"/>
        <pc:sldMkLst>
          <pc:docMk/>
          <pc:sldMk cId="2627705492" sldId="381"/>
        </pc:sldMkLst>
      </pc:sldChg>
      <pc:sldChg chg="modSp mod">
        <pc:chgData name="Osvaldo Luiz Santos Pereira" userId="c308351cf5a860c7" providerId="LiveId" clId="{1F844C25-59B8-4426-9D66-9F2A7F10F9CE}" dt="2023-11-27T09:55:59.922" v="649" actId="20577"/>
        <pc:sldMkLst>
          <pc:docMk/>
          <pc:sldMk cId="3146612701" sldId="382"/>
        </pc:sldMkLst>
      </pc:sldChg>
      <pc:sldChg chg="del">
        <pc:chgData name="Osvaldo Luiz Santos Pereira" userId="c308351cf5a860c7" providerId="LiveId" clId="{1F844C25-59B8-4426-9D66-9F2A7F10F9CE}" dt="2023-11-26T13:09:09.495" v="3" actId="47"/>
        <pc:sldMkLst>
          <pc:docMk/>
          <pc:sldMk cId="3034855544" sldId="384"/>
        </pc:sldMkLst>
      </pc:sldChg>
      <pc:sldChg chg="modSp mod">
        <pc:chgData name="Osvaldo Luiz Santos Pereira" userId="c308351cf5a860c7" providerId="LiveId" clId="{1F844C25-59B8-4426-9D66-9F2A7F10F9CE}" dt="2023-11-26T13:28:12.016" v="401" actId="20577"/>
        <pc:sldMkLst>
          <pc:docMk/>
          <pc:sldMk cId="2355143931" sldId="385"/>
        </pc:sldMkLst>
      </pc:sldChg>
      <pc:sldChg chg="modSp mod">
        <pc:chgData name="Osvaldo Luiz Santos Pereira" userId="c308351cf5a860c7" providerId="LiveId" clId="{1F844C25-59B8-4426-9D66-9F2A7F10F9CE}" dt="2023-11-26T13:28:07.614" v="397" actId="20577"/>
        <pc:sldMkLst>
          <pc:docMk/>
          <pc:sldMk cId="1961155001" sldId="386"/>
        </pc:sldMkLst>
      </pc:sldChg>
      <pc:sldChg chg="modSp mod">
        <pc:chgData name="Osvaldo Luiz Santos Pereira" userId="c308351cf5a860c7" providerId="LiveId" clId="{1F844C25-59B8-4426-9D66-9F2A7F10F9CE}" dt="2023-11-26T13:28:15.856" v="405" actId="20577"/>
        <pc:sldMkLst>
          <pc:docMk/>
          <pc:sldMk cId="1382877788" sldId="388"/>
        </pc:sldMkLst>
      </pc:sldChg>
      <pc:sldChg chg="modSp mod">
        <pc:chgData name="Osvaldo Luiz Santos Pereira" userId="c308351cf5a860c7" providerId="LiveId" clId="{1F844C25-59B8-4426-9D66-9F2A7F10F9CE}" dt="2023-11-26T13:31:24.340" v="604" actId="6549"/>
        <pc:sldMkLst>
          <pc:docMk/>
          <pc:sldMk cId="2041619009" sldId="389"/>
        </pc:sldMkLst>
      </pc:sldChg>
      <pc:sldChg chg="modSp mod">
        <pc:chgData name="Osvaldo Luiz Santos Pereira" userId="c308351cf5a860c7" providerId="LiveId" clId="{1F844C25-59B8-4426-9D66-9F2A7F10F9CE}" dt="2023-11-26T13:25:14.901" v="332" actId="20577"/>
        <pc:sldMkLst>
          <pc:docMk/>
          <pc:sldMk cId="2656152848" sldId="390"/>
        </pc:sldMkLst>
      </pc:sldChg>
      <pc:sldChg chg="del">
        <pc:chgData name="Osvaldo Luiz Santos Pereira" userId="c308351cf5a860c7" providerId="LiveId" clId="{1F844C25-59B8-4426-9D66-9F2A7F10F9CE}" dt="2023-11-26T13:10:46.433" v="26" actId="47"/>
        <pc:sldMkLst>
          <pc:docMk/>
          <pc:sldMk cId="660605830" sldId="391"/>
        </pc:sldMkLst>
      </pc:sldChg>
      <pc:sldChg chg="del">
        <pc:chgData name="Osvaldo Luiz Santos Pereira" userId="c308351cf5a860c7" providerId="LiveId" clId="{1F844C25-59B8-4426-9D66-9F2A7F10F9CE}" dt="2023-11-26T13:10:22.415" v="24" actId="47"/>
        <pc:sldMkLst>
          <pc:docMk/>
          <pc:sldMk cId="2166397229" sldId="392"/>
        </pc:sldMkLst>
      </pc:sldChg>
      <pc:sldChg chg="del">
        <pc:chgData name="Osvaldo Luiz Santos Pereira" userId="c308351cf5a860c7" providerId="LiveId" clId="{1F844C25-59B8-4426-9D66-9F2A7F10F9CE}" dt="2023-11-26T13:10:34.937" v="25" actId="47"/>
        <pc:sldMkLst>
          <pc:docMk/>
          <pc:sldMk cId="3103055715" sldId="393"/>
        </pc:sldMkLst>
      </pc:sldChg>
      <pc:sldChg chg="modSp mod">
        <pc:chgData name="Osvaldo Luiz Santos Pereira" userId="c308351cf5a860c7" providerId="LiveId" clId="{1F844C25-59B8-4426-9D66-9F2A7F10F9CE}" dt="2023-11-26T13:25:45.982" v="356" actId="20577"/>
        <pc:sldMkLst>
          <pc:docMk/>
          <pc:sldMk cId="4271395470" sldId="394"/>
        </pc:sldMkLst>
      </pc:sldChg>
      <pc:sldChg chg="del">
        <pc:chgData name="Osvaldo Luiz Santos Pereira" userId="c308351cf5a860c7" providerId="LiveId" clId="{1F844C25-59B8-4426-9D66-9F2A7F10F9CE}" dt="2023-11-26T13:17:35.213" v="101" actId="47"/>
        <pc:sldMkLst>
          <pc:docMk/>
          <pc:sldMk cId="248797069" sldId="395"/>
        </pc:sldMkLst>
      </pc:sldChg>
      <pc:sldChg chg="del">
        <pc:chgData name="Osvaldo Luiz Santos Pereira" userId="c308351cf5a860c7" providerId="LiveId" clId="{1F844C25-59B8-4426-9D66-9F2A7F10F9CE}" dt="2023-11-26T13:16:34.126" v="85" actId="47"/>
        <pc:sldMkLst>
          <pc:docMk/>
          <pc:sldMk cId="940816401" sldId="396"/>
        </pc:sldMkLst>
      </pc:sldChg>
      <pc:sldChg chg="del">
        <pc:chgData name="Osvaldo Luiz Santos Pereira" userId="c308351cf5a860c7" providerId="LiveId" clId="{1F844C25-59B8-4426-9D66-9F2A7F10F9CE}" dt="2023-11-26T13:17:07.045" v="86" actId="2696"/>
        <pc:sldMkLst>
          <pc:docMk/>
          <pc:sldMk cId="109763140" sldId="397"/>
        </pc:sldMkLst>
      </pc:sldChg>
      <pc:sldChg chg="modSp add mod">
        <pc:chgData name="Osvaldo Luiz Santos Pereira" userId="c308351cf5a860c7" providerId="LiveId" clId="{1F844C25-59B8-4426-9D66-9F2A7F10F9CE}" dt="2023-11-26T13:29:17.961" v="482" actId="20577"/>
        <pc:sldMkLst>
          <pc:docMk/>
          <pc:sldMk cId="314037394" sldId="397"/>
        </pc:sldMkLst>
      </pc:sldChg>
      <pc:sldChg chg="del">
        <pc:chgData name="Osvaldo Luiz Santos Pereira" userId="c308351cf5a860c7" providerId="LiveId" clId="{1F844C25-59B8-4426-9D66-9F2A7F10F9CE}" dt="2023-11-26T13:19:41.463" v="211" actId="47"/>
        <pc:sldMkLst>
          <pc:docMk/>
          <pc:sldMk cId="3922447383" sldId="398"/>
        </pc:sldMkLst>
      </pc:sldChg>
      <pc:sldChg chg="modSp mod">
        <pc:chgData name="Osvaldo Luiz Santos Pereira" userId="c308351cf5a860c7" providerId="LiveId" clId="{1F844C25-59B8-4426-9D66-9F2A7F10F9CE}" dt="2023-11-26T13:29:26.282" v="486" actId="20577"/>
        <pc:sldMkLst>
          <pc:docMk/>
          <pc:sldMk cId="1692325300" sldId="399"/>
        </pc:sldMkLst>
      </pc:sldChg>
      <pc:sldChg chg="modSp mod">
        <pc:chgData name="Osvaldo Luiz Santos Pereira" userId="c308351cf5a860c7" providerId="LiveId" clId="{1F844C25-59B8-4426-9D66-9F2A7F10F9CE}" dt="2023-11-26T13:24:59.075" v="324" actId="20577"/>
        <pc:sldMkLst>
          <pc:docMk/>
          <pc:sldMk cId="1765959998" sldId="400"/>
        </pc:sldMkLst>
      </pc:sldChg>
      <pc:sldChg chg="modSp mod">
        <pc:chgData name="Osvaldo Luiz Santos Pereira" userId="c308351cf5a860c7" providerId="LiveId" clId="{1F844C25-59B8-4426-9D66-9F2A7F10F9CE}" dt="2023-11-26T13:25:03.116" v="326" actId="20577"/>
        <pc:sldMkLst>
          <pc:docMk/>
          <pc:sldMk cId="1965463719" sldId="401"/>
        </pc:sldMkLst>
      </pc:sldChg>
      <pc:sldChg chg="del">
        <pc:chgData name="Osvaldo Luiz Santos Pereira" userId="c308351cf5a860c7" providerId="LiveId" clId="{1F844C25-59B8-4426-9D66-9F2A7F10F9CE}" dt="2023-11-26T13:14:01.546" v="53" actId="47"/>
        <pc:sldMkLst>
          <pc:docMk/>
          <pc:sldMk cId="471622741" sldId="402"/>
        </pc:sldMkLst>
      </pc:sldChg>
      <pc:sldChg chg="del">
        <pc:chgData name="Osvaldo Luiz Santos Pereira" userId="c308351cf5a860c7" providerId="LiveId" clId="{1F844C25-59B8-4426-9D66-9F2A7F10F9CE}" dt="2023-11-26T13:14:21.038" v="55" actId="47"/>
        <pc:sldMkLst>
          <pc:docMk/>
          <pc:sldMk cId="474518133" sldId="403"/>
        </pc:sldMkLst>
      </pc:sldChg>
      <pc:sldChg chg="del">
        <pc:chgData name="Osvaldo Luiz Santos Pereira" userId="c308351cf5a860c7" providerId="LiveId" clId="{1F844C25-59B8-4426-9D66-9F2A7F10F9CE}" dt="2023-11-26T13:14:25.688" v="56" actId="47"/>
        <pc:sldMkLst>
          <pc:docMk/>
          <pc:sldMk cId="2564639371" sldId="404"/>
        </pc:sldMkLst>
      </pc:sldChg>
      <pc:sldChg chg="del">
        <pc:chgData name="Osvaldo Luiz Santos Pereira" userId="c308351cf5a860c7" providerId="LiveId" clId="{1F844C25-59B8-4426-9D66-9F2A7F10F9CE}" dt="2023-11-26T13:15:52.636" v="83" actId="47"/>
        <pc:sldMkLst>
          <pc:docMk/>
          <pc:sldMk cId="801529500" sldId="405"/>
        </pc:sldMkLst>
      </pc:sldChg>
      <pc:sldChg chg="del">
        <pc:chgData name="Osvaldo Luiz Santos Pereira" userId="c308351cf5a860c7" providerId="LiveId" clId="{1F844C25-59B8-4426-9D66-9F2A7F10F9CE}" dt="2023-11-26T13:11:53.187" v="37" actId="47"/>
        <pc:sldMkLst>
          <pc:docMk/>
          <pc:sldMk cId="2697600967" sldId="406"/>
        </pc:sldMkLst>
      </pc:sldChg>
      <pc:sldChg chg="modSp mod">
        <pc:chgData name="Osvaldo Luiz Santos Pereira" userId="c308351cf5a860c7" providerId="LiveId" clId="{1F844C25-59B8-4426-9D66-9F2A7F10F9CE}" dt="2023-11-26T13:25:10.861" v="330" actId="20577"/>
        <pc:sldMkLst>
          <pc:docMk/>
          <pc:sldMk cId="2999584868" sldId="407"/>
        </pc:sldMkLst>
      </pc:sldChg>
      <pc:sldChg chg="addSp delSp modSp add mod">
        <pc:chgData name="Osvaldo Luiz Santos Pereira" userId="c308351cf5a860c7" providerId="LiveId" clId="{1F844C25-59B8-4426-9D66-9F2A7F10F9CE}" dt="2023-11-26T13:25:07.205" v="328" actId="20577"/>
        <pc:sldMkLst>
          <pc:docMk/>
          <pc:sldMk cId="2728505585" sldId="408"/>
        </pc:sldMkLst>
      </pc:sldChg>
      <pc:sldChg chg="modSp add mod">
        <pc:chgData name="Osvaldo Luiz Santos Pereira" userId="c308351cf5a860c7" providerId="LiveId" clId="{1F844C25-59B8-4426-9D66-9F2A7F10F9CE}" dt="2023-11-26T13:28:31.611" v="426" actId="20577"/>
        <pc:sldMkLst>
          <pc:docMk/>
          <pc:sldMk cId="4276942897" sldId="409"/>
        </pc:sldMkLst>
      </pc:sldChg>
    </pc:docChg>
  </pc:docChgLst>
  <pc:docChgLst>
    <pc:chgData name="Osvaldo Luiz Santos Pereira" userId="c308351cf5a860c7" providerId="LiveId" clId="{3C58C3AF-77E9-44C3-8D57-4240BA3EABD8}"/>
    <pc:docChg chg="undo custSel addSld delSld modSld sldOrd modShowInfo">
      <pc:chgData name="Osvaldo Luiz Santos Pereira" userId="c308351cf5a860c7" providerId="LiveId" clId="{3C58C3AF-77E9-44C3-8D57-4240BA3EABD8}" dt="2025-03-09T05:28:44.118" v="2943" actId="478"/>
      <pc:docMkLst>
        <pc:docMk/>
      </pc:docMkLst>
      <pc:sldChg chg="del">
        <pc:chgData name="Osvaldo Luiz Santos Pereira" userId="c308351cf5a860c7" providerId="LiveId" clId="{3C58C3AF-77E9-44C3-8D57-4240BA3EABD8}" dt="2025-03-07T18:22:55.327" v="133" actId="47"/>
        <pc:sldMkLst>
          <pc:docMk/>
          <pc:sldMk cId="2351539581" sldId="256"/>
        </pc:sldMkLst>
      </pc:sldChg>
      <pc:sldChg chg="addSp delSp modSp mod">
        <pc:chgData name="Osvaldo Luiz Santos Pereira" userId="c308351cf5a860c7" providerId="LiveId" clId="{3C58C3AF-77E9-44C3-8D57-4240BA3EABD8}" dt="2025-03-08T19:43:16.797" v="2707" actId="478"/>
        <pc:sldMkLst>
          <pc:docMk/>
          <pc:sldMk cId="1303736943" sldId="257"/>
        </pc:sldMkLst>
        <pc:spChg chg="add del">
          <ac:chgData name="Osvaldo Luiz Santos Pereira" userId="c308351cf5a860c7" providerId="LiveId" clId="{3C58C3AF-77E9-44C3-8D57-4240BA3EABD8}" dt="2025-03-08T19:43:16.797" v="2707" actId="478"/>
          <ac:spMkLst>
            <pc:docMk/>
            <pc:sldMk cId="1303736943" sldId="257"/>
            <ac:spMk id="6" creationId="{6143015F-4F4D-ABCA-CE6A-8F32B27128A4}"/>
          </ac:spMkLst>
        </pc:spChg>
        <pc:picChg chg="add mod ord">
          <ac:chgData name="Osvaldo Luiz Santos Pereira" userId="c308351cf5a860c7" providerId="LiveId" clId="{3C58C3AF-77E9-44C3-8D57-4240BA3EABD8}" dt="2025-03-07T18:21:34.106" v="59" actId="167"/>
          <ac:picMkLst>
            <pc:docMk/>
            <pc:sldMk cId="1303736943" sldId="257"/>
            <ac:picMk id="8" creationId="{7C8983AF-C30C-41A9-DF77-886450FD1D3A}"/>
          </ac:picMkLst>
        </pc:picChg>
      </pc:sldChg>
      <pc:sldChg chg="del">
        <pc:chgData name="Osvaldo Luiz Santos Pereira" userId="c308351cf5a860c7" providerId="LiveId" clId="{3C58C3AF-77E9-44C3-8D57-4240BA3EABD8}" dt="2025-03-07T18:22:55.752" v="135" actId="47"/>
        <pc:sldMkLst>
          <pc:docMk/>
          <pc:sldMk cId="3679581974" sldId="258"/>
        </pc:sldMkLst>
      </pc:sldChg>
      <pc:sldChg chg="del">
        <pc:chgData name="Osvaldo Luiz Santos Pereira" userId="c308351cf5a860c7" providerId="LiveId" clId="{3C58C3AF-77E9-44C3-8D57-4240BA3EABD8}" dt="2025-03-07T18:22:55.982" v="136" actId="47"/>
        <pc:sldMkLst>
          <pc:docMk/>
          <pc:sldMk cId="1286006033" sldId="259"/>
        </pc:sldMkLst>
      </pc:sldChg>
      <pc:sldChg chg="del">
        <pc:chgData name="Osvaldo Luiz Santos Pereira" userId="c308351cf5a860c7" providerId="LiveId" clId="{3C58C3AF-77E9-44C3-8D57-4240BA3EABD8}" dt="2025-03-07T18:22:49.224" v="110" actId="47"/>
        <pc:sldMkLst>
          <pc:docMk/>
          <pc:sldMk cId="847172993" sldId="327"/>
        </pc:sldMkLst>
      </pc:sldChg>
      <pc:sldChg chg="del">
        <pc:chgData name="Osvaldo Luiz Santos Pereira" userId="c308351cf5a860c7" providerId="LiveId" clId="{3C58C3AF-77E9-44C3-8D57-4240BA3EABD8}" dt="2025-03-07T18:22:51.298" v="117" actId="47"/>
        <pc:sldMkLst>
          <pc:docMk/>
          <pc:sldMk cId="2972287295" sldId="329"/>
        </pc:sldMkLst>
      </pc:sldChg>
      <pc:sldChg chg="del">
        <pc:chgData name="Osvaldo Luiz Santos Pereira" userId="c308351cf5a860c7" providerId="LiveId" clId="{3C58C3AF-77E9-44C3-8D57-4240BA3EABD8}" dt="2025-03-07T18:22:51.688" v="119" actId="47"/>
        <pc:sldMkLst>
          <pc:docMk/>
          <pc:sldMk cId="3483785778" sldId="332"/>
        </pc:sldMkLst>
      </pc:sldChg>
      <pc:sldChg chg="del">
        <pc:chgData name="Osvaldo Luiz Santos Pereira" userId="c308351cf5a860c7" providerId="LiveId" clId="{3C58C3AF-77E9-44C3-8D57-4240BA3EABD8}" dt="2025-03-07T18:22:51.907" v="120" actId="47"/>
        <pc:sldMkLst>
          <pc:docMk/>
          <pc:sldMk cId="1629326660" sldId="333"/>
        </pc:sldMkLst>
      </pc:sldChg>
      <pc:sldChg chg="del">
        <pc:chgData name="Osvaldo Luiz Santos Pereira" userId="c308351cf5a860c7" providerId="LiveId" clId="{3C58C3AF-77E9-44C3-8D57-4240BA3EABD8}" dt="2025-03-07T18:22:51.507" v="118" actId="47"/>
        <pc:sldMkLst>
          <pc:docMk/>
          <pc:sldMk cId="1525406427" sldId="343"/>
        </pc:sldMkLst>
      </pc:sldChg>
      <pc:sldChg chg="del">
        <pc:chgData name="Osvaldo Luiz Santos Pereira" userId="c308351cf5a860c7" providerId="LiveId" clId="{3C58C3AF-77E9-44C3-8D57-4240BA3EABD8}" dt="2025-03-07T18:22:49.669" v="111" actId="47"/>
        <pc:sldMkLst>
          <pc:docMk/>
          <pc:sldMk cId="3523814595" sldId="344"/>
        </pc:sldMkLst>
      </pc:sldChg>
      <pc:sldChg chg="del">
        <pc:chgData name="Osvaldo Luiz Santos Pereira" userId="c308351cf5a860c7" providerId="LiveId" clId="{3C58C3AF-77E9-44C3-8D57-4240BA3EABD8}" dt="2025-03-07T18:22:54.182" v="128" actId="47"/>
        <pc:sldMkLst>
          <pc:docMk/>
          <pc:sldMk cId="2893504514" sldId="345"/>
        </pc:sldMkLst>
      </pc:sldChg>
      <pc:sldChg chg="del">
        <pc:chgData name="Osvaldo Luiz Santos Pereira" userId="c308351cf5a860c7" providerId="LiveId" clId="{3C58C3AF-77E9-44C3-8D57-4240BA3EABD8}" dt="2025-03-07T18:22:50.083" v="112" actId="47"/>
        <pc:sldMkLst>
          <pc:docMk/>
          <pc:sldMk cId="815916705" sldId="346"/>
        </pc:sldMkLst>
      </pc:sldChg>
      <pc:sldChg chg="del">
        <pc:chgData name="Osvaldo Luiz Santos Pereira" userId="c308351cf5a860c7" providerId="LiveId" clId="{3C58C3AF-77E9-44C3-8D57-4240BA3EABD8}" dt="2025-03-07T18:22:50.286" v="113" actId="47"/>
        <pc:sldMkLst>
          <pc:docMk/>
          <pc:sldMk cId="2097073104" sldId="347"/>
        </pc:sldMkLst>
      </pc:sldChg>
      <pc:sldChg chg="del">
        <pc:chgData name="Osvaldo Luiz Santos Pereira" userId="c308351cf5a860c7" providerId="LiveId" clId="{3C58C3AF-77E9-44C3-8D57-4240BA3EABD8}" dt="2025-03-07T18:22:50.904" v="115" actId="47"/>
        <pc:sldMkLst>
          <pc:docMk/>
          <pc:sldMk cId="3464971042" sldId="348"/>
        </pc:sldMkLst>
      </pc:sldChg>
      <pc:sldChg chg="del">
        <pc:chgData name="Osvaldo Luiz Santos Pereira" userId="c308351cf5a860c7" providerId="LiveId" clId="{3C58C3AF-77E9-44C3-8D57-4240BA3EABD8}" dt="2025-03-07T18:22:51.087" v="116" actId="47"/>
        <pc:sldMkLst>
          <pc:docMk/>
          <pc:sldMk cId="887731418" sldId="349"/>
        </pc:sldMkLst>
      </pc:sldChg>
      <pc:sldChg chg="del">
        <pc:chgData name="Osvaldo Luiz Santos Pereira" userId="c308351cf5a860c7" providerId="LiveId" clId="{3C58C3AF-77E9-44C3-8D57-4240BA3EABD8}" dt="2025-03-07T18:22:50.475" v="114" actId="47"/>
        <pc:sldMkLst>
          <pc:docMk/>
          <pc:sldMk cId="3494035615" sldId="350"/>
        </pc:sldMkLst>
      </pc:sldChg>
      <pc:sldChg chg="del">
        <pc:chgData name="Osvaldo Luiz Santos Pereira" userId="c308351cf5a860c7" providerId="LiveId" clId="{3C58C3AF-77E9-44C3-8D57-4240BA3EABD8}" dt="2025-03-07T18:19:22.965" v="13" actId="47"/>
        <pc:sldMkLst>
          <pc:docMk/>
          <pc:sldMk cId="1030968523" sldId="355"/>
        </pc:sldMkLst>
      </pc:sldChg>
      <pc:sldChg chg="del">
        <pc:chgData name="Osvaldo Luiz Santos Pereira" userId="c308351cf5a860c7" providerId="LiveId" clId="{3C58C3AF-77E9-44C3-8D57-4240BA3EABD8}" dt="2025-03-07T18:22:40.505" v="72" actId="47"/>
        <pc:sldMkLst>
          <pc:docMk/>
          <pc:sldMk cId="1193654908" sldId="356"/>
        </pc:sldMkLst>
      </pc:sldChg>
      <pc:sldChg chg="del">
        <pc:chgData name="Osvaldo Luiz Santos Pereira" userId="c308351cf5a860c7" providerId="LiveId" clId="{3C58C3AF-77E9-44C3-8D57-4240BA3EABD8}" dt="2025-03-07T18:22:39.566" v="68" actId="47"/>
        <pc:sldMkLst>
          <pc:docMk/>
          <pc:sldMk cId="2389999328" sldId="357"/>
        </pc:sldMkLst>
      </pc:sldChg>
      <pc:sldChg chg="del">
        <pc:chgData name="Osvaldo Luiz Santos Pereira" userId="c308351cf5a860c7" providerId="LiveId" clId="{3C58C3AF-77E9-44C3-8D57-4240BA3EABD8}" dt="2025-03-07T18:22:42.983" v="82" actId="47"/>
        <pc:sldMkLst>
          <pc:docMk/>
          <pc:sldMk cId="2194354923" sldId="358"/>
        </pc:sldMkLst>
      </pc:sldChg>
      <pc:sldChg chg="del">
        <pc:chgData name="Osvaldo Luiz Santos Pereira" userId="c308351cf5a860c7" providerId="LiveId" clId="{3C58C3AF-77E9-44C3-8D57-4240BA3EABD8}" dt="2025-03-07T18:22:43.942" v="87" actId="47"/>
        <pc:sldMkLst>
          <pc:docMk/>
          <pc:sldMk cId="2443068354" sldId="359"/>
        </pc:sldMkLst>
      </pc:sldChg>
      <pc:sldChg chg="del">
        <pc:chgData name="Osvaldo Luiz Santos Pereira" userId="c308351cf5a860c7" providerId="LiveId" clId="{3C58C3AF-77E9-44C3-8D57-4240BA3EABD8}" dt="2025-03-07T18:22:42.805" v="81" actId="47"/>
        <pc:sldMkLst>
          <pc:docMk/>
          <pc:sldMk cId="2498086408" sldId="360"/>
        </pc:sldMkLst>
      </pc:sldChg>
      <pc:sldChg chg="del">
        <pc:chgData name="Osvaldo Luiz Santos Pereira" userId="c308351cf5a860c7" providerId="LiveId" clId="{3C58C3AF-77E9-44C3-8D57-4240BA3EABD8}" dt="2025-03-07T18:22:40.411" v="71" actId="47"/>
        <pc:sldMkLst>
          <pc:docMk/>
          <pc:sldMk cId="3183670058" sldId="363"/>
        </pc:sldMkLst>
      </pc:sldChg>
      <pc:sldChg chg="del">
        <pc:chgData name="Osvaldo Luiz Santos Pereira" userId="c308351cf5a860c7" providerId="LiveId" clId="{3C58C3AF-77E9-44C3-8D57-4240BA3EABD8}" dt="2025-03-07T18:22:40.036" v="69" actId="47"/>
        <pc:sldMkLst>
          <pc:docMk/>
          <pc:sldMk cId="1812892139" sldId="365"/>
        </pc:sldMkLst>
      </pc:sldChg>
      <pc:sldChg chg="del">
        <pc:chgData name="Osvaldo Luiz Santos Pereira" userId="c308351cf5a860c7" providerId="LiveId" clId="{3C58C3AF-77E9-44C3-8D57-4240BA3EABD8}" dt="2025-03-07T18:22:52.128" v="121" actId="47"/>
        <pc:sldMkLst>
          <pc:docMk/>
          <pc:sldMk cId="2528229287" sldId="366"/>
        </pc:sldMkLst>
      </pc:sldChg>
      <pc:sldChg chg="del">
        <pc:chgData name="Osvaldo Luiz Santos Pereira" userId="c308351cf5a860c7" providerId="LiveId" clId="{3C58C3AF-77E9-44C3-8D57-4240BA3EABD8}" dt="2025-03-07T18:22:40.169" v="70" actId="47"/>
        <pc:sldMkLst>
          <pc:docMk/>
          <pc:sldMk cId="1896221573" sldId="369"/>
        </pc:sldMkLst>
      </pc:sldChg>
      <pc:sldChg chg="del">
        <pc:chgData name="Osvaldo Luiz Santos Pereira" userId="c308351cf5a860c7" providerId="LiveId" clId="{3C58C3AF-77E9-44C3-8D57-4240BA3EABD8}" dt="2025-03-07T18:22:54.635" v="130" actId="47"/>
        <pc:sldMkLst>
          <pc:docMk/>
          <pc:sldMk cId="371344065" sldId="374"/>
        </pc:sldMkLst>
      </pc:sldChg>
      <pc:sldChg chg="del">
        <pc:chgData name="Osvaldo Luiz Santos Pereira" userId="c308351cf5a860c7" providerId="LiveId" clId="{3C58C3AF-77E9-44C3-8D57-4240BA3EABD8}" dt="2025-03-07T18:22:52.501" v="122" actId="47"/>
        <pc:sldMkLst>
          <pc:docMk/>
          <pc:sldMk cId="2814437185" sldId="375"/>
        </pc:sldMkLst>
      </pc:sldChg>
      <pc:sldChg chg="del">
        <pc:chgData name="Osvaldo Luiz Santos Pereira" userId="c308351cf5a860c7" providerId="LiveId" clId="{3C58C3AF-77E9-44C3-8D57-4240BA3EABD8}" dt="2025-03-07T18:22:52.690" v="123" actId="47"/>
        <pc:sldMkLst>
          <pc:docMk/>
          <pc:sldMk cId="1195658808" sldId="376"/>
        </pc:sldMkLst>
      </pc:sldChg>
      <pc:sldChg chg="del">
        <pc:chgData name="Osvaldo Luiz Santos Pereira" userId="c308351cf5a860c7" providerId="LiveId" clId="{3C58C3AF-77E9-44C3-8D57-4240BA3EABD8}" dt="2025-03-07T18:22:55.587" v="134" actId="47"/>
        <pc:sldMkLst>
          <pc:docMk/>
          <pc:sldMk cId="2975880146" sldId="377"/>
        </pc:sldMkLst>
      </pc:sldChg>
      <pc:sldChg chg="del">
        <pc:chgData name="Osvaldo Luiz Santos Pereira" userId="c308351cf5a860c7" providerId="LiveId" clId="{3C58C3AF-77E9-44C3-8D57-4240BA3EABD8}" dt="2025-03-07T18:22:54.850" v="131" actId="47"/>
        <pc:sldMkLst>
          <pc:docMk/>
          <pc:sldMk cId="1025221180" sldId="378"/>
        </pc:sldMkLst>
      </pc:sldChg>
      <pc:sldChg chg="del">
        <pc:chgData name="Osvaldo Luiz Santos Pereira" userId="c308351cf5a860c7" providerId="LiveId" clId="{3C58C3AF-77E9-44C3-8D57-4240BA3EABD8}" dt="2025-03-07T18:22:55.060" v="132" actId="47"/>
        <pc:sldMkLst>
          <pc:docMk/>
          <pc:sldMk cId="1489494026" sldId="379"/>
        </pc:sldMkLst>
      </pc:sldChg>
      <pc:sldChg chg="del">
        <pc:chgData name="Osvaldo Luiz Santos Pereira" userId="c308351cf5a860c7" providerId="LiveId" clId="{3C58C3AF-77E9-44C3-8D57-4240BA3EABD8}" dt="2025-03-07T18:22:42.246" v="78" actId="47"/>
        <pc:sldMkLst>
          <pc:docMk/>
          <pc:sldMk cId="3317913325" sldId="380"/>
        </pc:sldMkLst>
      </pc:sldChg>
      <pc:sldChg chg="del">
        <pc:chgData name="Osvaldo Luiz Santos Pereira" userId="c308351cf5a860c7" providerId="LiveId" clId="{3C58C3AF-77E9-44C3-8D57-4240BA3EABD8}" dt="2025-03-07T18:22:43.160" v="83" actId="47"/>
        <pc:sldMkLst>
          <pc:docMk/>
          <pc:sldMk cId="2627705492" sldId="381"/>
        </pc:sldMkLst>
      </pc:sldChg>
      <pc:sldChg chg="del">
        <pc:chgData name="Osvaldo Luiz Santos Pereira" userId="c308351cf5a860c7" providerId="LiveId" clId="{3C58C3AF-77E9-44C3-8D57-4240BA3EABD8}" dt="2025-03-07T18:22:43.360" v="84" actId="47"/>
        <pc:sldMkLst>
          <pc:docMk/>
          <pc:sldMk cId="3146612701" sldId="382"/>
        </pc:sldMkLst>
      </pc:sldChg>
      <pc:sldChg chg="del">
        <pc:chgData name="Osvaldo Luiz Santos Pereira" userId="c308351cf5a860c7" providerId="LiveId" clId="{3C58C3AF-77E9-44C3-8D57-4240BA3EABD8}" dt="2025-03-07T18:22:44.390" v="89" actId="47"/>
        <pc:sldMkLst>
          <pc:docMk/>
          <pc:sldMk cId="2355143931" sldId="385"/>
        </pc:sldMkLst>
      </pc:sldChg>
      <pc:sldChg chg="del">
        <pc:chgData name="Osvaldo Luiz Santos Pereira" userId="c308351cf5a860c7" providerId="LiveId" clId="{3C58C3AF-77E9-44C3-8D57-4240BA3EABD8}" dt="2025-03-07T18:22:44.154" v="88" actId="47"/>
        <pc:sldMkLst>
          <pc:docMk/>
          <pc:sldMk cId="1961155001" sldId="386"/>
        </pc:sldMkLst>
      </pc:sldChg>
      <pc:sldChg chg="del">
        <pc:chgData name="Osvaldo Luiz Santos Pereira" userId="c308351cf5a860c7" providerId="LiveId" clId="{3C58C3AF-77E9-44C3-8D57-4240BA3EABD8}" dt="2025-03-07T18:22:44.609" v="90" actId="47"/>
        <pc:sldMkLst>
          <pc:docMk/>
          <pc:sldMk cId="1382877788" sldId="388"/>
        </pc:sldMkLst>
      </pc:sldChg>
      <pc:sldChg chg="addSp delSp modSp del mod ord delAnim modAnim">
        <pc:chgData name="Osvaldo Luiz Santos Pereira" userId="c308351cf5a860c7" providerId="LiveId" clId="{3C58C3AF-77E9-44C3-8D57-4240BA3EABD8}" dt="2025-03-08T20:16:05.487" v="2933" actId="47"/>
        <pc:sldMkLst>
          <pc:docMk/>
          <pc:sldMk cId="2041619009" sldId="389"/>
        </pc:sldMkLst>
        <pc:spChg chg="del mod">
          <ac:chgData name="Osvaldo Luiz Santos Pereira" userId="c308351cf5a860c7" providerId="LiveId" clId="{3C58C3AF-77E9-44C3-8D57-4240BA3EABD8}" dt="2025-03-08T19:16:41.642" v="2668" actId="478"/>
          <ac:spMkLst>
            <pc:docMk/>
            <pc:sldMk cId="2041619009" sldId="389"/>
            <ac:spMk id="6" creationId="{884BD74A-A8FC-EDC2-A3D5-BEDEA683256F}"/>
          </ac:spMkLst>
        </pc:spChg>
        <pc:picChg chg="add del mod">
          <ac:chgData name="Osvaldo Luiz Santos Pereira" userId="c308351cf5a860c7" providerId="LiveId" clId="{3C58C3AF-77E9-44C3-8D57-4240BA3EABD8}" dt="2025-03-08T20:01:12.609" v="2911" actId="478"/>
          <ac:picMkLst>
            <pc:docMk/>
            <pc:sldMk cId="2041619009" sldId="389"/>
            <ac:picMk id="2" creationId="{9309770D-2E9F-D8A1-A800-A9FF9AF901EA}"/>
          </ac:picMkLst>
        </pc:picChg>
      </pc:sldChg>
      <pc:sldChg chg="addSp delSp modSp add mod ord">
        <pc:chgData name="Osvaldo Luiz Santos Pereira" userId="c308351cf5a860c7" providerId="LiveId" clId="{3C58C3AF-77E9-44C3-8D57-4240BA3EABD8}" dt="2025-03-08T19:53:23.297" v="2817"/>
        <pc:sldMkLst>
          <pc:docMk/>
          <pc:sldMk cId="182255862" sldId="390"/>
        </pc:sldMkLst>
        <pc:spChg chg="add mod">
          <ac:chgData name="Osvaldo Luiz Santos Pereira" userId="c308351cf5a860c7" providerId="LiveId" clId="{3C58C3AF-77E9-44C3-8D57-4240BA3EABD8}" dt="2025-03-07T19:52:42.510" v="323" actId="1076"/>
          <ac:spMkLst>
            <pc:docMk/>
            <pc:sldMk cId="182255862" sldId="390"/>
            <ac:spMk id="5" creationId="{39DD14A7-6D87-1C14-DD47-7EE4FE20BDCD}"/>
          </ac:spMkLst>
        </pc:spChg>
        <pc:spChg chg="del mod">
          <ac:chgData name="Osvaldo Luiz Santos Pereira" userId="c308351cf5a860c7" providerId="LiveId" clId="{3C58C3AF-77E9-44C3-8D57-4240BA3EABD8}" dt="2025-03-08T19:16:44.052" v="2669" actId="478"/>
          <ac:spMkLst>
            <pc:docMk/>
            <pc:sldMk cId="182255862" sldId="390"/>
            <ac:spMk id="6" creationId="{988A5326-EF2D-F6D0-014D-8CBBBFA00C63}"/>
          </ac:spMkLst>
        </pc:spChg>
        <pc:spChg chg="mod">
          <ac:chgData name="Osvaldo Luiz Santos Pereira" userId="c308351cf5a860c7" providerId="LiveId" clId="{3C58C3AF-77E9-44C3-8D57-4240BA3EABD8}" dt="2025-03-08T02:08:14.066" v="360" actId="20577"/>
          <ac:spMkLst>
            <pc:docMk/>
            <pc:sldMk cId="182255862" sldId="390"/>
            <ac:spMk id="17" creationId="{C249C339-7CDE-E8E9-DA05-A29DDFC9DFAE}"/>
          </ac:spMkLst>
        </pc:spChg>
        <pc:picChg chg="add mod">
          <ac:chgData name="Osvaldo Luiz Santos Pereira" userId="c308351cf5a860c7" providerId="LiveId" clId="{3C58C3AF-77E9-44C3-8D57-4240BA3EABD8}" dt="2025-03-07T19:52:38.422" v="322" actId="1076"/>
          <ac:picMkLst>
            <pc:docMk/>
            <pc:sldMk cId="182255862" sldId="390"/>
            <ac:picMk id="9" creationId="{FE2C8780-A36C-FD73-98C1-4C26A1BCB9DD}"/>
          </ac:picMkLst>
        </pc:picChg>
      </pc:sldChg>
      <pc:sldChg chg="del">
        <pc:chgData name="Osvaldo Luiz Santos Pereira" userId="c308351cf5a860c7" providerId="LiveId" clId="{3C58C3AF-77E9-44C3-8D57-4240BA3EABD8}" dt="2025-03-07T18:22:42.066" v="77" actId="47"/>
        <pc:sldMkLst>
          <pc:docMk/>
          <pc:sldMk cId="2656152848" sldId="390"/>
        </pc:sldMkLst>
      </pc:sldChg>
      <pc:sldChg chg="addSp delSp modSp add mod ord">
        <pc:chgData name="Osvaldo Luiz Santos Pereira" userId="c308351cf5a860c7" providerId="LiveId" clId="{3C58C3AF-77E9-44C3-8D57-4240BA3EABD8}" dt="2025-03-08T19:56:43.466" v="2905"/>
        <pc:sldMkLst>
          <pc:docMk/>
          <pc:sldMk cId="3848984429" sldId="391"/>
        </pc:sldMkLst>
        <pc:spChg chg="add mod">
          <ac:chgData name="Osvaldo Luiz Santos Pereira" userId="c308351cf5a860c7" providerId="LiveId" clId="{3C58C3AF-77E9-44C3-8D57-4240BA3EABD8}" dt="2025-03-08T19:18:52.098" v="2703" actId="20577"/>
          <ac:spMkLst>
            <pc:docMk/>
            <pc:sldMk cId="3848984429" sldId="391"/>
            <ac:spMk id="3" creationId="{4D9B2E1F-2C13-DF77-0F5A-1F22C74BBF1B}"/>
          </ac:spMkLst>
        </pc:spChg>
        <pc:spChg chg="del mod">
          <ac:chgData name="Osvaldo Luiz Santos Pereira" userId="c308351cf5a860c7" providerId="LiveId" clId="{3C58C3AF-77E9-44C3-8D57-4240BA3EABD8}" dt="2025-03-08T19:16:47.282" v="2670" actId="478"/>
          <ac:spMkLst>
            <pc:docMk/>
            <pc:sldMk cId="3848984429" sldId="391"/>
            <ac:spMk id="6" creationId="{0666AFC5-076A-DE63-E6B4-D8B023D06D9D}"/>
          </ac:spMkLst>
        </pc:spChg>
        <pc:spChg chg="mod">
          <ac:chgData name="Osvaldo Luiz Santos Pereira" userId="c308351cf5a860c7" providerId="LiveId" clId="{3C58C3AF-77E9-44C3-8D57-4240BA3EABD8}" dt="2025-03-08T19:18:47.650" v="2696" actId="20577"/>
          <ac:spMkLst>
            <pc:docMk/>
            <pc:sldMk cId="3848984429" sldId="391"/>
            <ac:spMk id="17" creationId="{70EC4F8E-CBB8-38EA-AE35-A219A3ED11E8}"/>
          </ac:spMkLst>
        </pc:spChg>
      </pc:sldChg>
      <pc:sldChg chg="addSp delSp modSp add mod">
        <pc:chgData name="Osvaldo Luiz Santos Pereira" userId="c308351cf5a860c7" providerId="LiveId" clId="{3C58C3AF-77E9-44C3-8D57-4240BA3EABD8}" dt="2025-03-08T19:16:50.627" v="2671" actId="478"/>
        <pc:sldMkLst>
          <pc:docMk/>
          <pc:sldMk cId="802503249" sldId="392"/>
        </pc:sldMkLst>
        <pc:spChg chg="add del">
          <ac:chgData name="Osvaldo Luiz Santos Pereira" userId="c308351cf5a860c7" providerId="LiveId" clId="{3C58C3AF-77E9-44C3-8D57-4240BA3EABD8}" dt="2025-03-08T02:31:21.706" v="1298" actId="478"/>
          <ac:spMkLst>
            <pc:docMk/>
            <pc:sldMk cId="802503249" sldId="392"/>
            <ac:spMk id="2" creationId="{F3BFC06D-571E-B681-DA26-0506B1CE2069}"/>
          </ac:spMkLst>
        </pc:spChg>
        <pc:spChg chg="add mod">
          <ac:chgData name="Osvaldo Luiz Santos Pereira" userId="c308351cf5a860c7" providerId="LiveId" clId="{3C58C3AF-77E9-44C3-8D57-4240BA3EABD8}" dt="2025-03-08T03:34:49.705" v="2451" actId="20577"/>
          <ac:spMkLst>
            <pc:docMk/>
            <pc:sldMk cId="802503249" sldId="392"/>
            <ac:spMk id="3" creationId="{39E23D8C-8A94-C32F-90F6-C8F1254C8017}"/>
          </ac:spMkLst>
        </pc:spChg>
        <pc:spChg chg="add del mod">
          <ac:chgData name="Osvaldo Luiz Santos Pereira" userId="c308351cf5a860c7" providerId="LiveId" clId="{3C58C3AF-77E9-44C3-8D57-4240BA3EABD8}" dt="2025-03-08T02:55:18.111" v="1729" actId="478"/>
          <ac:spMkLst>
            <pc:docMk/>
            <pc:sldMk cId="802503249" sldId="392"/>
            <ac:spMk id="4" creationId="{B43E8078-52C9-CAEF-7C5B-FD95A650179C}"/>
          </ac:spMkLst>
        </pc:spChg>
        <pc:spChg chg="add mod">
          <ac:chgData name="Osvaldo Luiz Santos Pereira" userId="c308351cf5a860c7" providerId="LiveId" clId="{3C58C3AF-77E9-44C3-8D57-4240BA3EABD8}" dt="2025-03-08T03:29:27.220" v="2170" actId="1076"/>
          <ac:spMkLst>
            <pc:docMk/>
            <pc:sldMk cId="802503249" sldId="392"/>
            <ac:spMk id="5" creationId="{1BF3D7A0-48F3-3FED-5B2F-4F026FC24312}"/>
          </ac:spMkLst>
        </pc:spChg>
        <pc:spChg chg="del mod">
          <ac:chgData name="Osvaldo Luiz Santos Pereira" userId="c308351cf5a860c7" providerId="LiveId" clId="{3C58C3AF-77E9-44C3-8D57-4240BA3EABD8}" dt="2025-03-08T19:16:50.627" v="2671" actId="478"/>
          <ac:spMkLst>
            <pc:docMk/>
            <pc:sldMk cId="802503249" sldId="392"/>
            <ac:spMk id="6" creationId="{AA08673C-A563-B34C-9CEB-55C6F38B3BA6}"/>
          </ac:spMkLst>
        </pc:spChg>
        <pc:spChg chg="add del">
          <ac:chgData name="Osvaldo Luiz Santos Pereira" userId="c308351cf5a860c7" providerId="LiveId" clId="{3C58C3AF-77E9-44C3-8D57-4240BA3EABD8}" dt="2025-03-08T03:29:33.642" v="2172" actId="22"/>
          <ac:spMkLst>
            <pc:docMk/>
            <pc:sldMk cId="802503249" sldId="392"/>
            <ac:spMk id="9" creationId="{B0862549-F7A6-C05E-4280-437D39A73E4F}"/>
          </ac:spMkLst>
        </pc:spChg>
        <pc:spChg chg="add mod">
          <ac:chgData name="Osvaldo Luiz Santos Pereira" userId="c308351cf5a860c7" providerId="LiveId" clId="{3C58C3AF-77E9-44C3-8D57-4240BA3EABD8}" dt="2025-03-08T03:34:09.322" v="2433" actId="1076"/>
          <ac:spMkLst>
            <pc:docMk/>
            <pc:sldMk cId="802503249" sldId="392"/>
            <ac:spMk id="10" creationId="{0E846618-CACA-A08A-AD60-E653C00AA497}"/>
          </ac:spMkLst>
        </pc:spChg>
        <pc:spChg chg="add mod">
          <ac:chgData name="Osvaldo Luiz Santos Pereira" userId="c308351cf5a860c7" providerId="LiveId" clId="{3C58C3AF-77E9-44C3-8D57-4240BA3EABD8}" dt="2025-03-08T03:34:26.159" v="2437" actId="14100"/>
          <ac:spMkLst>
            <pc:docMk/>
            <pc:sldMk cId="802503249" sldId="392"/>
            <ac:spMk id="11" creationId="{D92FA338-24AC-288A-B33D-1879E2B8E658}"/>
          </ac:spMkLst>
        </pc:spChg>
        <pc:spChg chg="mod">
          <ac:chgData name="Osvaldo Luiz Santos Pereira" userId="c308351cf5a860c7" providerId="LiveId" clId="{3C58C3AF-77E9-44C3-8D57-4240BA3EABD8}" dt="2025-03-08T02:44:08.690" v="1321" actId="20577"/>
          <ac:spMkLst>
            <pc:docMk/>
            <pc:sldMk cId="802503249" sldId="392"/>
            <ac:spMk id="17" creationId="{8B05F152-DE40-F1C9-0FB7-E024B6DBBFC4}"/>
          </ac:spMkLst>
        </pc:spChg>
        <pc:picChg chg="add del mod">
          <ac:chgData name="Osvaldo Luiz Santos Pereira" userId="c308351cf5a860c7" providerId="LiveId" clId="{3C58C3AF-77E9-44C3-8D57-4240BA3EABD8}" dt="2025-03-08T02:56:56.062" v="1749" actId="478"/>
          <ac:picMkLst>
            <pc:docMk/>
            <pc:sldMk cId="802503249" sldId="392"/>
            <ac:picMk id="1028" creationId="{159241E2-2E26-2B3D-5E53-2437C64A8E0C}"/>
          </ac:picMkLst>
        </pc:picChg>
        <pc:picChg chg="add mod">
          <ac:chgData name="Osvaldo Luiz Santos Pereira" userId="c308351cf5a860c7" providerId="LiveId" clId="{3C58C3AF-77E9-44C3-8D57-4240BA3EABD8}" dt="2025-03-08T03:29:27.220" v="2170" actId="1076"/>
          <ac:picMkLst>
            <pc:docMk/>
            <pc:sldMk cId="802503249" sldId="392"/>
            <ac:picMk id="1030" creationId="{47EE2412-F049-8035-4843-76D2A60681C2}"/>
          </ac:picMkLst>
        </pc:picChg>
        <pc:picChg chg="add del mod">
          <ac:chgData name="Osvaldo Luiz Santos Pereira" userId="c308351cf5a860c7" providerId="LiveId" clId="{3C58C3AF-77E9-44C3-8D57-4240BA3EABD8}" dt="2025-03-08T03:00:09.506" v="1766" actId="21"/>
          <ac:picMkLst>
            <pc:docMk/>
            <pc:sldMk cId="802503249" sldId="392"/>
            <ac:picMk id="1032" creationId="{DA9B82A8-39EA-BC74-699B-7D23904F6BDE}"/>
          </ac:picMkLst>
        </pc:picChg>
      </pc:sldChg>
      <pc:sldChg chg="addSp delSp modSp add mod">
        <pc:chgData name="Osvaldo Luiz Santos Pereira" userId="c308351cf5a860c7" providerId="LiveId" clId="{3C58C3AF-77E9-44C3-8D57-4240BA3EABD8}" dt="2025-03-08T19:16:54.155" v="2672" actId="478"/>
        <pc:sldMkLst>
          <pc:docMk/>
          <pc:sldMk cId="2258303529" sldId="393"/>
        </pc:sldMkLst>
        <pc:spChg chg="del mod">
          <ac:chgData name="Osvaldo Luiz Santos Pereira" userId="c308351cf5a860c7" providerId="LiveId" clId="{3C58C3AF-77E9-44C3-8D57-4240BA3EABD8}" dt="2025-03-08T19:16:54.155" v="2672" actId="478"/>
          <ac:spMkLst>
            <pc:docMk/>
            <pc:sldMk cId="2258303529" sldId="393"/>
            <ac:spMk id="6" creationId="{5C161529-C082-DE50-F608-80A4801E40CC}"/>
          </ac:spMkLst>
        </pc:spChg>
        <pc:spChg chg="mod">
          <ac:chgData name="Osvaldo Luiz Santos Pereira" userId="c308351cf5a860c7" providerId="LiveId" clId="{3C58C3AF-77E9-44C3-8D57-4240BA3EABD8}" dt="2025-03-08T03:24:39.403" v="2153"/>
          <ac:spMkLst>
            <pc:docMk/>
            <pc:sldMk cId="2258303529" sldId="393"/>
            <ac:spMk id="17" creationId="{8959BD24-22F4-E715-877A-39AB4C940518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22" creationId="{6E3B1262-A340-E543-DA86-5AF1C8EFF188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26" creationId="{AF71CE27-0C3C-7B43-0A9E-98CA55CDE4BC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27" creationId="{AE74670B-0AEF-F0DC-8951-28C96BD20C05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31" creationId="{F0A6A932-CA4E-170F-2959-BCAE7462F849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32" creationId="{F30958DC-317B-78A2-B248-073255202ECE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33" creationId="{6B31C00D-2259-8A14-92BF-0B42645220FF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34" creationId="{224A1C06-413A-92E8-B804-DFC5CC369FE8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40" creationId="{EF8108B6-46C8-C5A8-7FC9-52DE69412D41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50" creationId="{95E4120B-7414-FB43-A0D4-0FE948771A9B}"/>
          </ac:spMkLst>
        </pc:spChg>
        <pc:spChg chg="add mod">
          <ac:chgData name="Osvaldo Luiz Santos Pereira" userId="c308351cf5a860c7" providerId="LiveId" clId="{3C58C3AF-77E9-44C3-8D57-4240BA3EABD8}" dt="2025-03-08T03:24:33.479" v="2152"/>
          <ac:spMkLst>
            <pc:docMk/>
            <pc:sldMk cId="2258303529" sldId="393"/>
            <ac:spMk id="54" creationId="{5213EFD9-6C20-610B-0520-776A3E5392CD}"/>
          </ac:spMkLst>
        </pc:spChg>
        <pc:picChg chg="add del mod">
          <ac:chgData name="Osvaldo Luiz Santos Pereira" userId="c308351cf5a860c7" providerId="LiveId" clId="{3C58C3AF-77E9-44C3-8D57-4240BA3EABD8}" dt="2025-03-08T03:17:03.135" v="1994" actId="478"/>
          <ac:picMkLst>
            <pc:docMk/>
            <pc:sldMk cId="2258303529" sldId="393"/>
            <ac:picMk id="1032" creationId="{DA9B82A8-39EA-BC74-699B-7D23904F6BDE}"/>
          </ac:picMkLst>
        </pc:picChg>
      </pc:sldChg>
      <pc:sldChg chg="addSp delSp modSp add del mod delAnim modAnim">
        <pc:chgData name="Osvaldo Luiz Santos Pereira" userId="c308351cf5a860c7" providerId="LiveId" clId="{3C58C3AF-77E9-44C3-8D57-4240BA3EABD8}" dt="2025-03-08T20:16:07.503" v="2934" actId="47"/>
        <pc:sldMkLst>
          <pc:docMk/>
          <pc:sldMk cId="1798750146" sldId="394"/>
        </pc:sldMkLst>
        <pc:spChg chg="del mod">
          <ac:chgData name="Osvaldo Luiz Santos Pereira" userId="c308351cf5a860c7" providerId="LiveId" clId="{3C58C3AF-77E9-44C3-8D57-4240BA3EABD8}" dt="2025-03-08T19:16:58.091" v="2673" actId="478"/>
          <ac:spMkLst>
            <pc:docMk/>
            <pc:sldMk cId="1798750146" sldId="394"/>
            <ac:spMk id="6" creationId="{E353D1D8-B76F-AA14-1586-446D967C3D95}"/>
          </ac:spMkLst>
        </pc:spChg>
        <pc:spChg chg="add del mod">
          <ac:chgData name="Osvaldo Luiz Santos Pereira" userId="c308351cf5a860c7" providerId="LiveId" clId="{3C58C3AF-77E9-44C3-8D57-4240BA3EABD8}" dt="2025-03-08T03:05:21.629" v="1818" actId="478"/>
          <ac:spMkLst>
            <pc:docMk/>
            <pc:sldMk cId="1798750146" sldId="394"/>
            <ac:spMk id="8" creationId="{921451D4-C569-6D0F-C44A-7240A969C249}"/>
          </ac:spMkLst>
        </pc:spChg>
        <pc:spChg chg="add del mod">
          <ac:chgData name="Osvaldo Luiz Santos Pereira" userId="c308351cf5a860c7" providerId="LiveId" clId="{3C58C3AF-77E9-44C3-8D57-4240BA3EABD8}" dt="2025-03-08T03:05:21.629" v="1818" actId="478"/>
          <ac:spMkLst>
            <pc:docMk/>
            <pc:sldMk cId="1798750146" sldId="394"/>
            <ac:spMk id="9" creationId="{D175A6B8-EA0B-0974-772D-08F587D9FAF9}"/>
          </ac:spMkLst>
        </pc:spChg>
        <pc:spChg chg="add del mod">
          <ac:chgData name="Osvaldo Luiz Santos Pereira" userId="c308351cf5a860c7" providerId="LiveId" clId="{3C58C3AF-77E9-44C3-8D57-4240BA3EABD8}" dt="2025-03-08T03:07:52.525" v="1837" actId="478"/>
          <ac:spMkLst>
            <pc:docMk/>
            <pc:sldMk cId="1798750146" sldId="394"/>
            <ac:spMk id="10" creationId="{190254E6-9D04-BCF8-AE22-FB68E2739DD3}"/>
          </ac:spMkLst>
        </pc:spChg>
        <pc:spChg chg="add del mod">
          <ac:chgData name="Osvaldo Luiz Santos Pereira" userId="c308351cf5a860c7" providerId="LiveId" clId="{3C58C3AF-77E9-44C3-8D57-4240BA3EABD8}" dt="2025-03-08T03:10:17.925" v="1888" actId="478"/>
          <ac:spMkLst>
            <pc:docMk/>
            <pc:sldMk cId="1798750146" sldId="394"/>
            <ac:spMk id="13" creationId="{DADC6A3A-61F4-9473-B7CA-24D5591F9838}"/>
          </ac:spMkLst>
        </pc:spChg>
        <pc:spChg chg="add del mod">
          <ac:chgData name="Osvaldo Luiz Santos Pereira" userId="c308351cf5a860c7" providerId="LiveId" clId="{3C58C3AF-77E9-44C3-8D57-4240BA3EABD8}" dt="2025-03-08T03:10:17.925" v="1888" actId="478"/>
          <ac:spMkLst>
            <pc:docMk/>
            <pc:sldMk cId="1798750146" sldId="394"/>
            <ac:spMk id="14" creationId="{AF74BBED-15F2-06A3-2F36-ECACBC04353D}"/>
          </ac:spMkLst>
        </pc:spChg>
        <pc:spChg chg="add del mod">
          <ac:chgData name="Osvaldo Luiz Santos Pereira" userId="c308351cf5a860c7" providerId="LiveId" clId="{3C58C3AF-77E9-44C3-8D57-4240BA3EABD8}" dt="2025-03-08T03:10:12.889" v="1887" actId="478"/>
          <ac:spMkLst>
            <pc:docMk/>
            <pc:sldMk cId="1798750146" sldId="394"/>
            <ac:spMk id="15" creationId="{D37CBE92-76F2-F906-AC14-E85FFFAF6DE9}"/>
          </ac:spMkLst>
        </pc:spChg>
        <pc:spChg chg="add del mod">
          <ac:chgData name="Osvaldo Luiz Santos Pereira" userId="c308351cf5a860c7" providerId="LiveId" clId="{3C58C3AF-77E9-44C3-8D57-4240BA3EABD8}" dt="2025-03-08T03:10:09.440" v="1886" actId="478"/>
          <ac:spMkLst>
            <pc:docMk/>
            <pc:sldMk cId="1798750146" sldId="394"/>
            <ac:spMk id="16" creationId="{DBC12FEA-72B9-7C8C-F2AA-62DDAB3DC5FB}"/>
          </ac:spMkLst>
        </pc:spChg>
        <pc:spChg chg="mod">
          <ac:chgData name="Osvaldo Luiz Santos Pereira" userId="c308351cf5a860c7" providerId="LiveId" clId="{3C58C3AF-77E9-44C3-8D57-4240BA3EABD8}" dt="2025-03-08T20:01:32.521" v="2931" actId="20577"/>
          <ac:spMkLst>
            <pc:docMk/>
            <pc:sldMk cId="1798750146" sldId="394"/>
            <ac:spMk id="17" creationId="{87F6F2B1-B899-24D7-D196-11FD1CF008D9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22" creationId="{6E3B1262-A340-E543-DA86-5AF1C8EFF188}"/>
          </ac:spMkLst>
        </pc:spChg>
        <pc:spChg chg="add mod">
          <ac:chgData name="Osvaldo Luiz Santos Pereira" userId="c308351cf5a860c7" providerId="LiveId" clId="{3C58C3AF-77E9-44C3-8D57-4240BA3EABD8}" dt="2025-03-08T03:22:50.239" v="2083" actId="1076"/>
          <ac:spMkLst>
            <pc:docMk/>
            <pc:sldMk cId="1798750146" sldId="394"/>
            <ac:spMk id="23" creationId="{36D5C7C5-FBA9-7878-4156-3B1AC983B566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26" creationId="{AF71CE27-0C3C-7B43-0A9E-98CA55CDE4BC}"/>
          </ac:spMkLst>
        </pc:spChg>
        <pc:spChg chg="add mod">
          <ac:chgData name="Osvaldo Luiz Santos Pereira" userId="c308351cf5a860c7" providerId="LiveId" clId="{3C58C3AF-77E9-44C3-8D57-4240BA3EABD8}" dt="2025-03-08T03:22:50.239" v="2083" actId="1076"/>
          <ac:spMkLst>
            <pc:docMk/>
            <pc:sldMk cId="1798750146" sldId="394"/>
            <ac:spMk id="27" creationId="{AE74670B-0AEF-F0DC-8951-28C96BD20C05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28" creationId="{16A2B715-9BAA-2D71-C737-0E80B7E9007F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29" creationId="{DDEEE464-1B20-CBE4-7CF7-A0FE40E2141C}"/>
          </ac:spMkLst>
        </pc:spChg>
        <pc:spChg chg="add mod">
          <ac:chgData name="Osvaldo Luiz Santos Pereira" userId="c308351cf5a860c7" providerId="LiveId" clId="{3C58C3AF-77E9-44C3-8D57-4240BA3EABD8}" dt="2025-03-08T03:22:55.214" v="2084" actId="1076"/>
          <ac:spMkLst>
            <pc:docMk/>
            <pc:sldMk cId="1798750146" sldId="394"/>
            <ac:spMk id="31" creationId="{F0A6A932-CA4E-170F-2959-BCAE7462F849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32" creationId="{F30958DC-317B-78A2-B248-073255202ECE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33" creationId="{6B31C00D-2259-8A14-92BF-0B42645220FF}"/>
          </ac:spMkLst>
        </pc:spChg>
        <pc:spChg chg="add mod">
          <ac:chgData name="Osvaldo Luiz Santos Pereira" userId="c308351cf5a860c7" providerId="LiveId" clId="{3C58C3AF-77E9-44C3-8D57-4240BA3EABD8}" dt="2025-03-08T03:20:53.406" v="2072" actId="1076"/>
          <ac:spMkLst>
            <pc:docMk/>
            <pc:sldMk cId="1798750146" sldId="394"/>
            <ac:spMk id="34" creationId="{224A1C06-413A-92E8-B804-DFC5CC369FE8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39" creationId="{CD5EF590-9A61-C6A3-E637-52038B289627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40" creationId="{EF8108B6-46C8-C5A8-7FC9-52DE69412D41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50" creationId="{95E4120B-7414-FB43-A0D4-0FE948771A9B}"/>
          </ac:spMkLst>
        </pc:spChg>
        <pc:spChg chg="add del mod">
          <ac:chgData name="Osvaldo Luiz Santos Pereira" userId="c308351cf5a860c7" providerId="LiveId" clId="{3C58C3AF-77E9-44C3-8D57-4240BA3EABD8}" dt="2025-03-08T03:24:30.993" v="2151" actId="21"/>
          <ac:spMkLst>
            <pc:docMk/>
            <pc:sldMk cId="1798750146" sldId="394"/>
            <ac:spMk id="54" creationId="{5213EFD9-6C20-610B-0520-776A3E5392CD}"/>
          </ac:spMkLst>
        </pc:spChg>
        <pc:picChg chg="add del mod">
          <ac:chgData name="Osvaldo Luiz Santos Pereira" userId="c308351cf5a860c7" providerId="LiveId" clId="{3C58C3AF-77E9-44C3-8D57-4240BA3EABD8}" dt="2025-03-08T03:03:41.549" v="1777" actId="478"/>
          <ac:picMkLst>
            <pc:docMk/>
            <pc:sldMk cId="1798750146" sldId="394"/>
            <ac:picMk id="3" creationId="{B679570F-0700-9D83-FC59-99FEB92B846E}"/>
          </ac:picMkLst>
        </pc:picChg>
        <pc:picChg chg="add del mod">
          <ac:chgData name="Osvaldo Luiz Santos Pereira" userId="c308351cf5a860c7" providerId="LiveId" clId="{3C58C3AF-77E9-44C3-8D57-4240BA3EABD8}" dt="2025-03-08T03:03:41.549" v="1777" actId="478"/>
          <ac:picMkLst>
            <pc:docMk/>
            <pc:sldMk cId="1798750146" sldId="394"/>
            <ac:picMk id="5" creationId="{62CBF5C7-4341-1F08-5EA3-28C521069A56}"/>
          </ac:picMkLst>
        </pc:picChg>
        <pc:picChg chg="add del mod">
          <ac:chgData name="Osvaldo Luiz Santos Pereira" userId="c308351cf5a860c7" providerId="LiveId" clId="{3C58C3AF-77E9-44C3-8D57-4240BA3EABD8}" dt="2025-03-08T03:07:52.525" v="1837" actId="478"/>
          <ac:picMkLst>
            <pc:docMk/>
            <pc:sldMk cId="1798750146" sldId="394"/>
            <ac:picMk id="12" creationId="{AD794958-D1FC-47C9-2567-3131E99949AA}"/>
          </ac:picMkLst>
        </pc:picChg>
        <pc:picChg chg="add mod">
          <ac:chgData name="Osvaldo Luiz Santos Pereira" userId="c308351cf5a860c7" providerId="LiveId" clId="{3C58C3AF-77E9-44C3-8D57-4240BA3EABD8}" dt="2025-03-08T03:20:48.111" v="2071" actId="1076"/>
          <ac:picMkLst>
            <pc:docMk/>
            <pc:sldMk cId="1798750146" sldId="394"/>
            <ac:picMk id="19" creationId="{4435BDF6-C57D-FD55-6ED8-F8F796561C19}"/>
          </ac:picMkLst>
        </pc:picChg>
        <pc:picChg chg="add mod">
          <ac:chgData name="Osvaldo Luiz Santos Pereira" userId="c308351cf5a860c7" providerId="LiveId" clId="{3C58C3AF-77E9-44C3-8D57-4240BA3EABD8}" dt="2025-03-08T03:17:22.515" v="1995" actId="1076"/>
          <ac:picMkLst>
            <pc:docMk/>
            <pc:sldMk cId="1798750146" sldId="394"/>
            <ac:picMk id="21" creationId="{42976F8F-4E5A-67D5-1B07-FD012B0D0271}"/>
          </ac:picMkLst>
        </pc:picChg>
        <pc:picChg chg="add mod">
          <ac:chgData name="Osvaldo Luiz Santos Pereira" userId="c308351cf5a860c7" providerId="LiveId" clId="{3C58C3AF-77E9-44C3-8D57-4240BA3EABD8}" dt="2025-03-08T03:12:44.596" v="1923" actId="1076"/>
          <ac:picMkLst>
            <pc:docMk/>
            <pc:sldMk cId="1798750146" sldId="394"/>
            <ac:picMk id="25" creationId="{B417BD47-E4A2-31AA-BA62-CFDC7000B055}"/>
          </ac:picMkLst>
        </pc:picChg>
        <pc:picChg chg="add mod">
          <ac:chgData name="Osvaldo Luiz Santos Pereira" userId="c308351cf5a860c7" providerId="LiveId" clId="{3C58C3AF-77E9-44C3-8D57-4240BA3EABD8}" dt="2025-03-08T03:20:33.520" v="2066" actId="1037"/>
          <ac:picMkLst>
            <pc:docMk/>
            <pc:sldMk cId="1798750146" sldId="394"/>
            <ac:picMk id="30" creationId="{0F0FA302-F791-3B13-F6ED-ABD8F98E994D}"/>
          </ac:picMkLst>
        </pc:picChg>
        <pc:picChg chg="add mod">
          <ac:chgData name="Osvaldo Luiz Santos Pereira" userId="c308351cf5a860c7" providerId="LiveId" clId="{3C58C3AF-77E9-44C3-8D57-4240BA3EABD8}" dt="2025-03-08T03:20:02.576" v="2016" actId="1076"/>
          <ac:picMkLst>
            <pc:docMk/>
            <pc:sldMk cId="1798750146" sldId="394"/>
            <ac:picMk id="36" creationId="{CD58C669-FD94-5A8D-5AA2-7D9D32E5F112}"/>
          </ac:picMkLst>
        </pc:picChg>
        <pc:picChg chg="add mod">
          <ac:chgData name="Osvaldo Luiz Santos Pereira" userId="c308351cf5a860c7" providerId="LiveId" clId="{3C58C3AF-77E9-44C3-8D57-4240BA3EABD8}" dt="2025-03-08T03:19:59.866" v="2015" actId="1076"/>
          <ac:picMkLst>
            <pc:docMk/>
            <pc:sldMk cId="1798750146" sldId="394"/>
            <ac:picMk id="38" creationId="{FAD504B1-BF64-0051-FADE-9CBE5E8EB0D0}"/>
          </ac:picMkLst>
        </pc:picChg>
        <pc:picChg chg="add del mod">
          <ac:chgData name="Osvaldo Luiz Santos Pereira" userId="c308351cf5a860c7" providerId="LiveId" clId="{3C58C3AF-77E9-44C3-8D57-4240BA3EABD8}" dt="2025-03-08T03:46:45.733" v="2503" actId="478"/>
          <ac:picMkLst>
            <pc:docMk/>
            <pc:sldMk cId="1798750146" sldId="394"/>
            <ac:picMk id="55" creationId="{ED7B00A8-5DB3-BFD3-9FCC-A2659E2BEFF9}"/>
          </ac:picMkLst>
        </pc:picChg>
        <pc:picChg chg="add del mod">
          <ac:chgData name="Osvaldo Luiz Santos Pereira" userId="c308351cf5a860c7" providerId="LiveId" clId="{3C58C3AF-77E9-44C3-8D57-4240BA3EABD8}" dt="2025-03-08T20:01:23.252" v="2913" actId="478"/>
          <ac:picMkLst>
            <pc:docMk/>
            <pc:sldMk cId="1798750146" sldId="394"/>
            <ac:picMk id="56" creationId="{841813E7-650A-0F36-66CA-AE768DA9DCF9}"/>
          </ac:picMkLst>
        </pc:picChg>
        <pc:picChg chg="add del mod">
          <ac:chgData name="Osvaldo Luiz Santos Pereira" userId="c308351cf5a860c7" providerId="LiveId" clId="{3C58C3AF-77E9-44C3-8D57-4240BA3EABD8}" dt="2025-03-08T03:04:37.862" v="1814" actId="21"/>
          <ac:picMkLst>
            <pc:docMk/>
            <pc:sldMk cId="1798750146" sldId="394"/>
            <ac:picMk id="2050" creationId="{CB1BC641-5088-E465-B735-F9863ED4DA2E}"/>
          </ac:picMkLst>
        </pc:picChg>
        <pc:picChg chg="add del mod">
          <ac:chgData name="Osvaldo Luiz Santos Pereira" userId="c308351cf5a860c7" providerId="LiveId" clId="{3C58C3AF-77E9-44C3-8D57-4240BA3EABD8}" dt="2025-03-08T03:07:45.674" v="1836" actId="478"/>
          <ac:picMkLst>
            <pc:docMk/>
            <pc:sldMk cId="1798750146" sldId="394"/>
            <ac:picMk id="2052" creationId="{F2E78BD5-E53B-4492-56A0-74492531B91A}"/>
          </ac:picMkLst>
        </pc:picChg>
        <pc:picChg chg="add del mod">
          <ac:chgData name="Osvaldo Luiz Santos Pereira" userId="c308351cf5a860c7" providerId="LiveId" clId="{3C58C3AF-77E9-44C3-8D57-4240BA3EABD8}" dt="2025-03-08T03:14:10.176" v="1951" actId="478"/>
          <ac:picMkLst>
            <pc:docMk/>
            <pc:sldMk cId="1798750146" sldId="394"/>
            <ac:picMk id="2054" creationId="{17EA600E-740F-B006-98C0-23CB7299202F}"/>
          </ac:picMkLst>
        </pc:picChg>
        <pc:picChg chg="add mod">
          <ac:chgData name="Osvaldo Luiz Santos Pereira" userId="c308351cf5a860c7" providerId="LiveId" clId="{3C58C3AF-77E9-44C3-8D57-4240BA3EABD8}" dt="2025-03-08T03:20:33.520" v="2066" actId="1037"/>
          <ac:picMkLst>
            <pc:docMk/>
            <pc:sldMk cId="1798750146" sldId="394"/>
            <ac:picMk id="2056" creationId="{D84240FB-6DC3-727A-3692-C54A29C03B1F}"/>
          </ac:picMkLst>
        </pc:picChg>
        <pc:picChg chg="add mod">
          <ac:chgData name="Osvaldo Luiz Santos Pereira" userId="c308351cf5a860c7" providerId="LiveId" clId="{3C58C3AF-77E9-44C3-8D57-4240BA3EABD8}" dt="2025-03-08T03:20:53.406" v="2072" actId="1076"/>
          <ac:picMkLst>
            <pc:docMk/>
            <pc:sldMk cId="1798750146" sldId="394"/>
            <ac:picMk id="2058" creationId="{6CC73F4E-7A80-9231-153F-8A1A0A091791}"/>
          </ac:picMkLst>
        </pc:picChg>
        <pc:cxnChg chg="add del mod">
          <ac:chgData name="Osvaldo Luiz Santos Pereira" userId="c308351cf5a860c7" providerId="LiveId" clId="{3C58C3AF-77E9-44C3-8D57-4240BA3EABD8}" dt="2025-03-08T03:22:07.495" v="2076" actId="478"/>
          <ac:cxnSpMkLst>
            <pc:docMk/>
            <pc:sldMk cId="1798750146" sldId="394"/>
            <ac:cxnSpMk id="42" creationId="{22E2BB8A-04D7-18A4-5FDE-3BC7B7287601}"/>
          </ac:cxnSpMkLst>
        </pc:cxnChg>
        <pc:cxnChg chg="add mod">
          <ac:chgData name="Osvaldo Luiz Santos Pereira" userId="c308351cf5a860c7" providerId="LiveId" clId="{3C58C3AF-77E9-44C3-8D57-4240BA3EABD8}" dt="2025-03-08T03:22:44.216" v="2082" actId="1582"/>
          <ac:cxnSpMkLst>
            <pc:docMk/>
            <pc:sldMk cId="1798750146" sldId="394"/>
            <ac:cxnSpMk id="45" creationId="{DA993FD3-FE5E-30A3-DBE3-F838EF8F1FC9}"/>
          </ac:cxnSpMkLst>
        </pc:cxnChg>
        <pc:cxnChg chg="add mod">
          <ac:chgData name="Osvaldo Luiz Santos Pereira" userId="c308351cf5a860c7" providerId="LiveId" clId="{3C58C3AF-77E9-44C3-8D57-4240BA3EABD8}" dt="2025-03-08T03:24:00.225" v="2123" actId="14100"/>
          <ac:cxnSpMkLst>
            <pc:docMk/>
            <pc:sldMk cId="1798750146" sldId="394"/>
            <ac:cxnSpMk id="51" creationId="{58F2D41E-9B78-6524-CAFF-F5DE432C1F98}"/>
          </ac:cxnSpMkLst>
        </pc:cxnChg>
      </pc:sldChg>
      <pc:sldChg chg="del">
        <pc:chgData name="Osvaldo Luiz Santos Pereira" userId="c308351cf5a860c7" providerId="LiveId" clId="{3C58C3AF-77E9-44C3-8D57-4240BA3EABD8}" dt="2025-03-07T18:22:43.737" v="86" actId="47"/>
        <pc:sldMkLst>
          <pc:docMk/>
          <pc:sldMk cId="4271395470" sldId="394"/>
        </pc:sldMkLst>
      </pc:sldChg>
      <pc:sldChg chg="addSp delSp modSp add mod ord">
        <pc:chgData name="Osvaldo Luiz Santos Pereira" userId="c308351cf5a860c7" providerId="LiveId" clId="{3C58C3AF-77E9-44C3-8D57-4240BA3EABD8}" dt="2025-03-08T19:43:32.700" v="2716" actId="1076"/>
        <pc:sldMkLst>
          <pc:docMk/>
          <pc:sldMk cId="4111278475" sldId="395"/>
        </pc:sldMkLst>
        <pc:spChg chg="add mod">
          <ac:chgData name="Osvaldo Luiz Santos Pereira" userId="c308351cf5a860c7" providerId="LiveId" clId="{3C58C3AF-77E9-44C3-8D57-4240BA3EABD8}" dt="2025-03-08T19:43:32.700" v="2716" actId="1076"/>
          <ac:spMkLst>
            <pc:docMk/>
            <pc:sldMk cId="4111278475" sldId="395"/>
            <ac:spMk id="3" creationId="{926E0BCF-9015-3921-A866-59E342BDD82A}"/>
          </ac:spMkLst>
        </pc:spChg>
        <pc:spChg chg="del mod">
          <ac:chgData name="Osvaldo Luiz Santos Pereira" userId="c308351cf5a860c7" providerId="LiveId" clId="{3C58C3AF-77E9-44C3-8D57-4240BA3EABD8}" dt="2025-03-08T19:17:01.947" v="2674" actId="478"/>
          <ac:spMkLst>
            <pc:docMk/>
            <pc:sldMk cId="4111278475" sldId="395"/>
            <ac:spMk id="6" creationId="{BC173AFA-200D-F1F5-3531-CFEB2E0A89A2}"/>
          </ac:spMkLst>
        </pc:spChg>
        <pc:spChg chg="mod">
          <ac:chgData name="Osvaldo Luiz Santos Pereira" userId="c308351cf5a860c7" providerId="LiveId" clId="{3C58C3AF-77E9-44C3-8D57-4240BA3EABD8}" dt="2025-03-08T19:43:27.987" v="2715" actId="20577"/>
          <ac:spMkLst>
            <pc:docMk/>
            <pc:sldMk cId="4111278475" sldId="395"/>
            <ac:spMk id="17" creationId="{55426EFD-2E07-577E-CEB8-06B0AC1D89A9}"/>
          </ac:spMkLst>
        </pc:spChg>
        <pc:picChg chg="add del mod">
          <ac:chgData name="Osvaldo Luiz Santos Pereira" userId="c308351cf5a860c7" providerId="LiveId" clId="{3C58C3AF-77E9-44C3-8D57-4240BA3EABD8}" dt="2025-03-08T03:28:15.331" v="2169" actId="478"/>
          <ac:picMkLst>
            <pc:docMk/>
            <pc:sldMk cId="4111278475" sldId="395"/>
            <ac:picMk id="2050" creationId="{CB1BC641-5088-E465-B735-F9863ED4DA2E}"/>
          </ac:picMkLst>
        </pc:picChg>
      </pc:sldChg>
      <pc:sldChg chg="addSp delSp modSp add mod">
        <pc:chgData name="Osvaldo Luiz Santos Pereira" userId="c308351cf5a860c7" providerId="LiveId" clId="{3C58C3AF-77E9-44C3-8D57-4240BA3EABD8}" dt="2025-03-09T05:28:44.118" v="2943" actId="478"/>
        <pc:sldMkLst>
          <pc:docMk/>
          <pc:sldMk cId="1327871069" sldId="396"/>
        </pc:sldMkLst>
        <pc:spChg chg="del mod">
          <ac:chgData name="Osvaldo Luiz Santos Pereira" userId="c308351cf5a860c7" providerId="LiveId" clId="{3C58C3AF-77E9-44C3-8D57-4240BA3EABD8}" dt="2025-03-08T19:17:05.252" v="2675" actId="478"/>
          <ac:spMkLst>
            <pc:docMk/>
            <pc:sldMk cId="1327871069" sldId="396"/>
            <ac:spMk id="6" creationId="{1F83D7B7-ABC6-B79F-9820-F6328399D1FE}"/>
          </ac:spMkLst>
        </pc:spChg>
        <pc:spChg chg="del">
          <ac:chgData name="Osvaldo Luiz Santos Pereira" userId="c308351cf5a860c7" providerId="LiveId" clId="{3C58C3AF-77E9-44C3-8D57-4240BA3EABD8}" dt="2025-03-09T05:28:42.910" v="2942" actId="478"/>
          <ac:spMkLst>
            <pc:docMk/>
            <pc:sldMk cId="1327871069" sldId="396"/>
            <ac:spMk id="17" creationId="{30659E21-0C8A-7BCF-FBB0-A09D617228EC}"/>
          </ac:spMkLst>
        </pc:spChg>
        <pc:picChg chg="add mod">
          <ac:chgData name="Osvaldo Luiz Santos Pereira" userId="c308351cf5a860c7" providerId="LiveId" clId="{3C58C3AF-77E9-44C3-8D57-4240BA3EABD8}" dt="2025-03-08T03:42:48.676" v="2461" actId="1076"/>
          <ac:picMkLst>
            <pc:docMk/>
            <pc:sldMk cId="1327871069" sldId="396"/>
            <ac:picMk id="2" creationId="{38E30A02-774D-C6B9-A545-D5EABE332EE6}"/>
          </ac:picMkLst>
        </pc:picChg>
        <pc:cxnChg chg="del">
          <ac:chgData name="Osvaldo Luiz Santos Pereira" userId="c308351cf5a860c7" providerId="LiveId" clId="{3C58C3AF-77E9-44C3-8D57-4240BA3EABD8}" dt="2025-03-09T05:28:44.118" v="2943" actId="478"/>
          <ac:cxnSpMkLst>
            <pc:docMk/>
            <pc:sldMk cId="1327871069" sldId="396"/>
            <ac:cxnSpMk id="7" creationId="{3648B60E-C22E-FA0D-8548-6B4F80CAED39}"/>
          </ac:cxnSpMkLst>
        </pc:cxnChg>
      </pc:sldChg>
      <pc:sldChg chg="modSp add del mod">
        <pc:chgData name="Osvaldo Luiz Santos Pereira" userId="c308351cf5a860c7" providerId="LiveId" clId="{3C58C3AF-77E9-44C3-8D57-4240BA3EABD8}" dt="2025-03-08T03:53:30.765" v="2509" actId="47"/>
        <pc:sldMkLst>
          <pc:docMk/>
          <pc:sldMk cId="291530187" sldId="397"/>
        </pc:sldMkLst>
      </pc:sldChg>
      <pc:sldChg chg="del">
        <pc:chgData name="Osvaldo Luiz Santos Pereira" userId="c308351cf5a860c7" providerId="LiveId" clId="{3C58C3AF-77E9-44C3-8D57-4240BA3EABD8}" dt="2025-03-07T18:22:47.203" v="102" actId="47"/>
        <pc:sldMkLst>
          <pc:docMk/>
          <pc:sldMk cId="314037394" sldId="397"/>
        </pc:sldMkLst>
      </pc:sldChg>
      <pc:sldChg chg="addSp delSp modSp add mod">
        <pc:chgData name="Osvaldo Luiz Santos Pereira" userId="c308351cf5a860c7" providerId="LiveId" clId="{3C58C3AF-77E9-44C3-8D57-4240BA3EABD8}" dt="2025-03-08T20:17:41.645" v="2935" actId="1076"/>
        <pc:sldMkLst>
          <pc:docMk/>
          <pc:sldMk cId="3708906905" sldId="397"/>
        </pc:sldMkLst>
        <pc:spChg chg="add mod">
          <ac:chgData name="Osvaldo Luiz Santos Pereira" userId="c308351cf5a860c7" providerId="LiveId" clId="{3C58C3AF-77E9-44C3-8D57-4240BA3EABD8}" dt="2025-03-08T19:43:48.013" v="2735" actId="20577"/>
          <ac:spMkLst>
            <pc:docMk/>
            <pc:sldMk cId="3708906905" sldId="397"/>
            <ac:spMk id="3" creationId="{2B9E033F-1555-6137-2A32-EF0B9077E6DF}"/>
          </ac:spMkLst>
        </pc:spChg>
        <pc:spChg chg="del">
          <ac:chgData name="Osvaldo Luiz Santos Pereira" userId="c308351cf5a860c7" providerId="LiveId" clId="{3C58C3AF-77E9-44C3-8D57-4240BA3EABD8}" dt="2025-03-08T19:43:12.017" v="2706" actId="478"/>
          <ac:spMkLst>
            <pc:docMk/>
            <pc:sldMk cId="3708906905" sldId="397"/>
            <ac:spMk id="6" creationId="{CFBD3984-EBC4-3191-2DAC-6EB758AEDF65}"/>
          </ac:spMkLst>
        </pc:spChg>
        <pc:picChg chg="del">
          <ac:chgData name="Osvaldo Luiz Santos Pereira" userId="c308351cf5a860c7" providerId="LiveId" clId="{3C58C3AF-77E9-44C3-8D57-4240BA3EABD8}" dt="2025-03-08T19:43:08.612" v="2705" actId="478"/>
          <ac:picMkLst>
            <pc:docMk/>
            <pc:sldMk cId="3708906905" sldId="397"/>
            <ac:picMk id="8" creationId="{0211B8F8-3F69-FE5F-704C-B3C1CFE0621E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26" creationId="{F09EFA58-1709-907B-3BAC-2CC8748D1492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28" creationId="{C7E2E51D-367F-CFFA-7891-2C22B0E0BA65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30" creationId="{5D5ACD57-F200-922C-B1B3-ED03348BE6FD}"/>
          </ac:picMkLst>
        </pc:picChg>
        <pc:picChg chg="add del mod">
          <ac:chgData name="Osvaldo Luiz Santos Pereira" userId="c308351cf5a860c7" providerId="LiveId" clId="{3C58C3AF-77E9-44C3-8D57-4240BA3EABD8}" dt="2025-03-08T19:46:36.081" v="2756" actId="478"/>
          <ac:picMkLst>
            <pc:docMk/>
            <pc:sldMk cId="3708906905" sldId="397"/>
            <ac:picMk id="1032" creationId="{EE8CADBC-5FA3-F525-8933-400EF5E48564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34" creationId="{B4DB63F6-142B-B855-0E52-E5ACAA357F0E}"/>
          </ac:picMkLst>
        </pc:picChg>
        <pc:picChg chg="add del mod">
          <ac:chgData name="Osvaldo Luiz Santos Pereira" userId="c308351cf5a860c7" providerId="LiveId" clId="{3C58C3AF-77E9-44C3-8D57-4240BA3EABD8}" dt="2025-03-08T19:47:31.829" v="2767" actId="478"/>
          <ac:picMkLst>
            <pc:docMk/>
            <pc:sldMk cId="3708906905" sldId="397"/>
            <ac:picMk id="1036" creationId="{BF670F6C-E6E1-88AD-6362-78FBECB6B3A9}"/>
          </ac:picMkLst>
        </pc:picChg>
        <pc:picChg chg="add mod">
          <ac:chgData name="Osvaldo Luiz Santos Pereira" userId="c308351cf5a860c7" providerId="LiveId" clId="{3C58C3AF-77E9-44C3-8D57-4240BA3EABD8}" dt="2025-03-08T20:17:41.645" v="2935" actId="1076"/>
          <ac:picMkLst>
            <pc:docMk/>
            <pc:sldMk cId="3708906905" sldId="397"/>
            <ac:picMk id="1038" creationId="{870BFA4C-FBD5-0F37-50C2-773CBED4D0A0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40" creationId="{594D68ED-5AD1-4A55-D159-367D25A502C0}"/>
          </ac:picMkLst>
        </pc:picChg>
        <pc:cxnChg chg="add mod">
          <ac:chgData name="Osvaldo Luiz Santos Pereira" userId="c308351cf5a860c7" providerId="LiveId" clId="{3C58C3AF-77E9-44C3-8D57-4240BA3EABD8}" dt="2025-03-08T19:43:43.648" v="2717"/>
          <ac:cxnSpMkLst>
            <pc:docMk/>
            <pc:sldMk cId="3708906905" sldId="397"/>
            <ac:cxnSpMk id="2" creationId="{F0105101-B07A-4C5A-3A67-7D5F0E21DEC5}"/>
          </ac:cxnSpMkLst>
        </pc:cxnChg>
      </pc:sldChg>
      <pc:sldChg chg="modSp add del mod">
        <pc:chgData name="Osvaldo Luiz Santos Pereira" userId="c308351cf5a860c7" providerId="LiveId" clId="{3C58C3AF-77E9-44C3-8D57-4240BA3EABD8}" dt="2025-03-08T03:53:31.296" v="2510" actId="47"/>
        <pc:sldMkLst>
          <pc:docMk/>
          <pc:sldMk cId="1067603120" sldId="398"/>
        </pc:sldMkLst>
      </pc:sldChg>
      <pc:sldChg chg="add">
        <pc:chgData name="Osvaldo Luiz Santos Pereira" userId="c308351cf5a860c7" providerId="LiveId" clId="{3C58C3AF-77E9-44C3-8D57-4240BA3EABD8}" dt="2025-03-08T20:01:08.132" v="2910"/>
        <pc:sldMkLst>
          <pc:docMk/>
          <pc:sldMk cId="1533336960" sldId="398"/>
        </pc:sldMkLst>
      </pc:sldChg>
      <pc:sldChg chg="addSp delSp modSp add del mod">
        <pc:chgData name="Osvaldo Luiz Santos Pereira" userId="c308351cf5a860c7" providerId="LiveId" clId="{3C58C3AF-77E9-44C3-8D57-4240BA3EABD8}" dt="2025-03-08T19:56:29.344" v="2903" actId="47"/>
        <pc:sldMkLst>
          <pc:docMk/>
          <pc:sldMk cId="1692412045" sldId="398"/>
        </pc:sldMkLst>
        <pc:spChg chg="add mod">
          <ac:chgData name="Osvaldo Luiz Santos Pereira" userId="c308351cf5a860c7" providerId="LiveId" clId="{3C58C3AF-77E9-44C3-8D57-4240BA3EABD8}" dt="2025-03-08T19:56:22.961" v="2902" actId="14100"/>
          <ac:spMkLst>
            <pc:docMk/>
            <pc:sldMk cId="1692412045" sldId="398"/>
            <ac:spMk id="2" creationId="{64F5D3C9-ED37-4181-5B15-A1231EF13CDC}"/>
          </ac:spMkLst>
        </pc:spChg>
        <pc:spChg chg="del">
          <ac:chgData name="Osvaldo Luiz Santos Pereira" userId="c308351cf5a860c7" providerId="LiveId" clId="{3C58C3AF-77E9-44C3-8D57-4240BA3EABD8}" dt="2025-03-08T19:53:48.512" v="2821" actId="478"/>
          <ac:spMkLst>
            <pc:docMk/>
            <pc:sldMk cId="1692412045" sldId="398"/>
            <ac:spMk id="5" creationId="{2B2831C2-7B4A-494B-150B-6CFC03BD2F66}"/>
          </ac:spMkLst>
        </pc:spChg>
        <pc:picChg chg="del">
          <ac:chgData name="Osvaldo Luiz Santos Pereira" userId="c308351cf5a860c7" providerId="LiveId" clId="{3C58C3AF-77E9-44C3-8D57-4240BA3EABD8}" dt="2025-03-08T19:53:48.512" v="2821" actId="478"/>
          <ac:picMkLst>
            <pc:docMk/>
            <pc:sldMk cId="1692412045" sldId="398"/>
            <ac:picMk id="9" creationId="{D0CDE9AD-738B-7461-3165-E9A1553C81CC}"/>
          </ac:picMkLst>
        </pc:picChg>
        <pc:picChg chg="add mod">
          <ac:chgData name="Osvaldo Luiz Santos Pereira" userId="c308351cf5a860c7" providerId="LiveId" clId="{3C58C3AF-77E9-44C3-8D57-4240BA3EABD8}" dt="2025-03-08T19:55:41.890" v="2833" actId="1076"/>
          <ac:picMkLst>
            <pc:docMk/>
            <pc:sldMk cId="1692412045" sldId="398"/>
            <ac:picMk id="2050" creationId="{CE7ADF82-27F8-9C31-61C0-0862BE25EC65}"/>
          </ac:picMkLst>
        </pc:picChg>
      </pc:sldChg>
      <pc:sldChg chg="addSp delSp add del">
        <pc:chgData name="Osvaldo Luiz Santos Pereira" userId="c308351cf5a860c7" providerId="LiveId" clId="{3C58C3AF-77E9-44C3-8D57-4240BA3EABD8}" dt="2025-03-08T19:57:21.343" v="2909" actId="47"/>
        <pc:sldMkLst>
          <pc:docMk/>
          <pc:sldMk cId="4013569282" sldId="398"/>
        </pc:sldMkLst>
        <pc:spChg chg="add del">
          <ac:chgData name="Osvaldo Luiz Santos Pereira" userId="c308351cf5a860c7" providerId="LiveId" clId="{3C58C3AF-77E9-44C3-8D57-4240BA3EABD8}" dt="2025-03-08T19:57:17.129" v="2908" actId="478"/>
          <ac:spMkLst>
            <pc:docMk/>
            <pc:sldMk cId="4013569282" sldId="398"/>
            <ac:spMk id="5" creationId="{5B96C525-A9C3-397E-43EE-1E79576BC82E}"/>
          </ac:spMkLst>
        </pc:spChg>
        <pc:picChg chg="add del">
          <ac:chgData name="Osvaldo Luiz Santos Pereira" userId="c308351cf5a860c7" providerId="LiveId" clId="{3C58C3AF-77E9-44C3-8D57-4240BA3EABD8}" dt="2025-03-08T19:57:17.129" v="2908" actId="478"/>
          <ac:picMkLst>
            <pc:docMk/>
            <pc:sldMk cId="4013569282" sldId="398"/>
            <ac:picMk id="1030" creationId="{241B81A4-1A98-B1DA-E7D3-5C605C02CF83}"/>
          </ac:picMkLst>
        </pc:picChg>
      </pc:sldChg>
      <pc:sldChg chg="addSp delSp modSp add mod delAnim modAnim">
        <pc:chgData name="Osvaldo Luiz Santos Pereira" userId="c308351cf5a860c7" providerId="LiveId" clId="{3C58C3AF-77E9-44C3-8D57-4240BA3EABD8}" dt="2025-03-08T20:21:58.922" v="2941" actId="14100"/>
        <pc:sldMkLst>
          <pc:docMk/>
          <pc:sldMk cId="1226727016" sldId="399"/>
        </pc:sldMkLst>
        <pc:spChg chg="mod">
          <ac:chgData name="Osvaldo Luiz Santos Pereira" userId="c308351cf5a860c7" providerId="LiveId" clId="{3C58C3AF-77E9-44C3-8D57-4240BA3EABD8}" dt="2025-03-08T20:01:36.778" v="2932"/>
          <ac:spMkLst>
            <pc:docMk/>
            <pc:sldMk cId="1226727016" sldId="399"/>
            <ac:spMk id="17" creationId="{D42A791A-2E66-37F5-3FE2-1F899222DD6A}"/>
          </ac:spMkLst>
        </pc:spChg>
        <pc:picChg chg="add mod">
          <ac:chgData name="Osvaldo Luiz Santos Pereira" userId="c308351cf5a860c7" providerId="LiveId" clId="{3C58C3AF-77E9-44C3-8D57-4240BA3EABD8}" dt="2025-03-08T20:21:58.922" v="2941" actId="14100"/>
          <ac:picMkLst>
            <pc:docMk/>
            <pc:sldMk cId="1226727016" sldId="399"/>
            <ac:picMk id="2" creationId="{BC716639-FE57-363A-0868-0A0C5D2E7EF6}"/>
          </ac:picMkLst>
        </pc:picChg>
        <pc:picChg chg="del">
          <ac:chgData name="Osvaldo Luiz Santos Pereira" userId="c308351cf5a860c7" providerId="LiveId" clId="{3C58C3AF-77E9-44C3-8D57-4240BA3EABD8}" dt="2025-03-08T20:21:37.718" v="2936" actId="478"/>
          <ac:picMkLst>
            <pc:docMk/>
            <pc:sldMk cId="1226727016" sldId="399"/>
            <ac:picMk id="56" creationId="{83D5DDCA-D95F-45C6-475E-8F73E34E7343}"/>
          </ac:picMkLst>
        </pc:picChg>
      </pc:sldChg>
      <pc:sldChg chg="del">
        <pc:chgData name="Osvaldo Luiz Santos Pereira" userId="c308351cf5a860c7" providerId="LiveId" clId="{3C58C3AF-77E9-44C3-8D57-4240BA3EABD8}" dt="2025-03-07T18:22:47.612" v="103" actId="47"/>
        <pc:sldMkLst>
          <pc:docMk/>
          <pc:sldMk cId="1692325300" sldId="399"/>
        </pc:sldMkLst>
      </pc:sldChg>
      <pc:sldChg chg="modSp add del mod">
        <pc:chgData name="Osvaldo Luiz Santos Pereira" userId="c308351cf5a860c7" providerId="LiveId" clId="{3C58C3AF-77E9-44C3-8D57-4240BA3EABD8}" dt="2025-03-08T03:53:31.812" v="2511" actId="47"/>
        <pc:sldMkLst>
          <pc:docMk/>
          <pc:sldMk cId="2098092022" sldId="399"/>
        </pc:sldMkLst>
      </pc:sldChg>
      <pc:sldChg chg="modSp add del mod">
        <pc:chgData name="Osvaldo Luiz Santos Pereira" userId="c308351cf5a860c7" providerId="LiveId" clId="{3C58C3AF-77E9-44C3-8D57-4240BA3EABD8}" dt="2025-03-08T03:53:32.374" v="2512" actId="47"/>
        <pc:sldMkLst>
          <pc:docMk/>
          <pc:sldMk cId="1534839942" sldId="400"/>
        </pc:sldMkLst>
      </pc:sldChg>
      <pc:sldChg chg="del">
        <pc:chgData name="Osvaldo Luiz Santos Pereira" userId="c308351cf5a860c7" providerId="LiveId" clId="{3C58C3AF-77E9-44C3-8D57-4240BA3EABD8}" dt="2025-03-07T18:22:40.643" v="73" actId="47"/>
        <pc:sldMkLst>
          <pc:docMk/>
          <pc:sldMk cId="1765959998" sldId="400"/>
        </pc:sldMkLst>
      </pc:sldChg>
      <pc:sldChg chg="modSp add del mod">
        <pc:chgData name="Osvaldo Luiz Santos Pereira" userId="c308351cf5a860c7" providerId="LiveId" clId="{3C58C3AF-77E9-44C3-8D57-4240BA3EABD8}" dt="2025-03-08T03:53:32.968" v="2513" actId="47"/>
        <pc:sldMkLst>
          <pc:docMk/>
          <pc:sldMk cId="1767218998" sldId="401"/>
        </pc:sldMkLst>
      </pc:sldChg>
      <pc:sldChg chg="del">
        <pc:chgData name="Osvaldo Luiz Santos Pereira" userId="c308351cf5a860c7" providerId="LiveId" clId="{3C58C3AF-77E9-44C3-8D57-4240BA3EABD8}" dt="2025-03-07T18:22:40.815" v="74" actId="47"/>
        <pc:sldMkLst>
          <pc:docMk/>
          <pc:sldMk cId="1965463719" sldId="401"/>
        </pc:sldMkLst>
      </pc:sldChg>
      <pc:sldChg chg="modSp add del mod">
        <pc:chgData name="Osvaldo Luiz Santos Pereira" userId="c308351cf5a860c7" providerId="LiveId" clId="{3C58C3AF-77E9-44C3-8D57-4240BA3EABD8}" dt="2025-03-08T03:53:33.530" v="2514" actId="47"/>
        <pc:sldMkLst>
          <pc:docMk/>
          <pc:sldMk cId="557558092" sldId="402"/>
        </pc:sldMkLst>
      </pc:sldChg>
      <pc:sldChg chg="modSp add del mod">
        <pc:chgData name="Osvaldo Luiz Santos Pereira" userId="c308351cf5a860c7" providerId="LiveId" clId="{3C58C3AF-77E9-44C3-8D57-4240BA3EABD8}" dt="2025-03-08T03:53:34.515" v="2515" actId="47"/>
        <pc:sldMkLst>
          <pc:docMk/>
          <pc:sldMk cId="2244124777" sldId="403"/>
        </pc:sldMkLst>
      </pc:sldChg>
      <pc:sldChg chg="del">
        <pc:chgData name="Osvaldo Luiz Santos Pereira" userId="c308351cf5a860c7" providerId="LiveId" clId="{3C58C3AF-77E9-44C3-8D57-4240BA3EABD8}" dt="2025-03-07T18:22:41.596" v="76" actId="47"/>
        <pc:sldMkLst>
          <pc:docMk/>
          <pc:sldMk cId="2999584868" sldId="407"/>
        </pc:sldMkLst>
      </pc:sldChg>
      <pc:sldChg chg="del">
        <pc:chgData name="Osvaldo Luiz Santos Pereira" userId="c308351cf5a860c7" providerId="LiveId" clId="{3C58C3AF-77E9-44C3-8D57-4240BA3EABD8}" dt="2025-03-07T18:22:41.418" v="75" actId="47"/>
        <pc:sldMkLst>
          <pc:docMk/>
          <pc:sldMk cId="2728505585" sldId="408"/>
        </pc:sldMkLst>
      </pc:sldChg>
      <pc:sldChg chg="del">
        <pc:chgData name="Osvaldo Luiz Santos Pereira" userId="c308351cf5a860c7" providerId="LiveId" clId="{3C58C3AF-77E9-44C3-8D57-4240BA3EABD8}" dt="2025-03-07T18:22:46.983" v="101" actId="47"/>
        <pc:sldMkLst>
          <pc:docMk/>
          <pc:sldMk cId="4276942897" sldId="409"/>
        </pc:sldMkLst>
      </pc:sldChg>
      <pc:sldChg chg="del">
        <pc:chgData name="Osvaldo Luiz Santos Pereira" userId="c308351cf5a860c7" providerId="LiveId" clId="{3C58C3AF-77E9-44C3-8D57-4240BA3EABD8}" dt="2025-03-07T18:22:44.931" v="92" actId="47"/>
        <pc:sldMkLst>
          <pc:docMk/>
          <pc:sldMk cId="1636255493" sldId="410"/>
        </pc:sldMkLst>
      </pc:sldChg>
      <pc:sldChg chg="del">
        <pc:chgData name="Osvaldo Luiz Santos Pereira" userId="c308351cf5a860c7" providerId="LiveId" clId="{3C58C3AF-77E9-44C3-8D57-4240BA3EABD8}" dt="2025-03-07T18:22:45.209" v="93" actId="47"/>
        <pc:sldMkLst>
          <pc:docMk/>
          <pc:sldMk cId="2628122326" sldId="411"/>
        </pc:sldMkLst>
      </pc:sldChg>
      <pc:sldChg chg="del">
        <pc:chgData name="Osvaldo Luiz Santos Pereira" userId="c308351cf5a860c7" providerId="LiveId" clId="{3C58C3AF-77E9-44C3-8D57-4240BA3EABD8}" dt="2025-03-07T18:22:42.629" v="80" actId="47"/>
        <pc:sldMkLst>
          <pc:docMk/>
          <pc:sldMk cId="1912133248" sldId="412"/>
        </pc:sldMkLst>
      </pc:sldChg>
      <pc:sldChg chg="del">
        <pc:chgData name="Osvaldo Luiz Santos Pereira" userId="c308351cf5a860c7" providerId="LiveId" clId="{3C58C3AF-77E9-44C3-8D57-4240BA3EABD8}" dt="2025-03-07T18:22:42.435" v="79" actId="47"/>
        <pc:sldMkLst>
          <pc:docMk/>
          <pc:sldMk cId="4195671441" sldId="413"/>
        </pc:sldMkLst>
      </pc:sldChg>
      <pc:sldChg chg="del">
        <pc:chgData name="Osvaldo Luiz Santos Pereira" userId="c308351cf5a860c7" providerId="LiveId" clId="{3C58C3AF-77E9-44C3-8D57-4240BA3EABD8}" dt="2025-03-07T18:22:45.568" v="95" actId="47"/>
        <pc:sldMkLst>
          <pc:docMk/>
          <pc:sldMk cId="3650197859" sldId="414"/>
        </pc:sldMkLst>
      </pc:sldChg>
      <pc:sldChg chg="del">
        <pc:chgData name="Osvaldo Luiz Santos Pereira" userId="c308351cf5a860c7" providerId="LiveId" clId="{3C58C3AF-77E9-44C3-8D57-4240BA3EABD8}" dt="2025-03-07T18:22:45.372" v="94" actId="47"/>
        <pc:sldMkLst>
          <pc:docMk/>
          <pc:sldMk cId="3272864665" sldId="415"/>
        </pc:sldMkLst>
      </pc:sldChg>
      <pc:sldChg chg="del">
        <pc:chgData name="Osvaldo Luiz Santos Pereira" userId="c308351cf5a860c7" providerId="LiveId" clId="{3C58C3AF-77E9-44C3-8D57-4240BA3EABD8}" dt="2025-03-07T18:22:46.026" v="96" actId="47"/>
        <pc:sldMkLst>
          <pc:docMk/>
          <pc:sldMk cId="3689237166" sldId="416"/>
        </pc:sldMkLst>
      </pc:sldChg>
      <pc:sldChg chg="del">
        <pc:chgData name="Osvaldo Luiz Santos Pereira" userId="c308351cf5a860c7" providerId="LiveId" clId="{3C58C3AF-77E9-44C3-8D57-4240BA3EABD8}" dt="2025-03-07T18:22:46.234" v="97" actId="47"/>
        <pc:sldMkLst>
          <pc:docMk/>
          <pc:sldMk cId="2486576039" sldId="417"/>
        </pc:sldMkLst>
      </pc:sldChg>
      <pc:sldChg chg="del">
        <pc:chgData name="Osvaldo Luiz Santos Pereira" userId="c308351cf5a860c7" providerId="LiveId" clId="{3C58C3AF-77E9-44C3-8D57-4240BA3EABD8}" dt="2025-03-07T18:22:43.593" v="85" actId="47"/>
        <pc:sldMkLst>
          <pc:docMk/>
          <pc:sldMk cId="2920160240" sldId="418"/>
        </pc:sldMkLst>
      </pc:sldChg>
      <pc:sldChg chg="del">
        <pc:chgData name="Osvaldo Luiz Santos Pereira" userId="c308351cf5a860c7" providerId="LiveId" clId="{3C58C3AF-77E9-44C3-8D57-4240BA3EABD8}" dt="2025-03-07T18:22:48.027" v="105" actId="47"/>
        <pc:sldMkLst>
          <pc:docMk/>
          <pc:sldMk cId="3508525067" sldId="419"/>
        </pc:sldMkLst>
      </pc:sldChg>
      <pc:sldChg chg="del">
        <pc:chgData name="Osvaldo Luiz Santos Pereira" userId="c308351cf5a860c7" providerId="LiveId" clId="{3C58C3AF-77E9-44C3-8D57-4240BA3EABD8}" dt="2025-03-07T18:22:48.240" v="106" actId="47"/>
        <pc:sldMkLst>
          <pc:docMk/>
          <pc:sldMk cId="432192727" sldId="420"/>
        </pc:sldMkLst>
      </pc:sldChg>
      <pc:sldChg chg="del">
        <pc:chgData name="Osvaldo Luiz Santos Pereira" userId="c308351cf5a860c7" providerId="LiveId" clId="{3C58C3AF-77E9-44C3-8D57-4240BA3EABD8}" dt="2025-03-07T18:22:48.410" v="107" actId="47"/>
        <pc:sldMkLst>
          <pc:docMk/>
          <pc:sldMk cId="3491152931" sldId="421"/>
        </pc:sldMkLst>
      </pc:sldChg>
      <pc:sldChg chg="del">
        <pc:chgData name="Osvaldo Luiz Santos Pereira" userId="c308351cf5a860c7" providerId="LiveId" clId="{3C58C3AF-77E9-44C3-8D57-4240BA3EABD8}" dt="2025-03-07T18:22:48.609" v="108" actId="47"/>
        <pc:sldMkLst>
          <pc:docMk/>
          <pc:sldMk cId="2926374771" sldId="422"/>
        </pc:sldMkLst>
      </pc:sldChg>
      <pc:sldChg chg="del">
        <pc:chgData name="Osvaldo Luiz Santos Pereira" userId="c308351cf5a860c7" providerId="LiveId" clId="{3C58C3AF-77E9-44C3-8D57-4240BA3EABD8}" dt="2025-03-07T18:22:47.795" v="104" actId="47"/>
        <pc:sldMkLst>
          <pc:docMk/>
          <pc:sldMk cId="620905988" sldId="423"/>
        </pc:sldMkLst>
      </pc:sldChg>
      <pc:sldChg chg="del">
        <pc:chgData name="Osvaldo Luiz Santos Pereira" userId="c308351cf5a860c7" providerId="LiveId" clId="{3C58C3AF-77E9-44C3-8D57-4240BA3EABD8}" dt="2025-03-07T18:22:48.821" v="109" actId="47"/>
        <pc:sldMkLst>
          <pc:docMk/>
          <pc:sldMk cId="537155377" sldId="424"/>
        </pc:sldMkLst>
      </pc:sldChg>
      <pc:sldChg chg="del">
        <pc:chgData name="Osvaldo Luiz Santos Pereira" userId="c308351cf5a860c7" providerId="LiveId" clId="{3C58C3AF-77E9-44C3-8D57-4240BA3EABD8}" dt="2025-03-07T18:22:52.919" v="124" actId="47"/>
        <pc:sldMkLst>
          <pc:docMk/>
          <pc:sldMk cId="1980405925" sldId="425"/>
        </pc:sldMkLst>
      </pc:sldChg>
      <pc:sldChg chg="del">
        <pc:chgData name="Osvaldo Luiz Santos Pereira" userId="c308351cf5a860c7" providerId="LiveId" clId="{3C58C3AF-77E9-44C3-8D57-4240BA3EABD8}" dt="2025-03-07T18:22:53.326" v="125" actId="47"/>
        <pc:sldMkLst>
          <pc:docMk/>
          <pc:sldMk cId="1224969674" sldId="426"/>
        </pc:sldMkLst>
      </pc:sldChg>
      <pc:sldChg chg="del">
        <pc:chgData name="Osvaldo Luiz Santos Pereira" userId="c308351cf5a860c7" providerId="LiveId" clId="{3C58C3AF-77E9-44C3-8D57-4240BA3EABD8}" dt="2025-03-07T18:22:53.542" v="126" actId="47"/>
        <pc:sldMkLst>
          <pc:docMk/>
          <pc:sldMk cId="2367109356" sldId="427"/>
        </pc:sldMkLst>
      </pc:sldChg>
      <pc:sldChg chg="del">
        <pc:chgData name="Osvaldo Luiz Santos Pereira" userId="c308351cf5a860c7" providerId="LiveId" clId="{3C58C3AF-77E9-44C3-8D57-4240BA3EABD8}" dt="2025-03-07T18:22:53.768" v="127" actId="47"/>
        <pc:sldMkLst>
          <pc:docMk/>
          <pc:sldMk cId="2982213466" sldId="428"/>
        </pc:sldMkLst>
      </pc:sldChg>
      <pc:sldChg chg="del">
        <pc:chgData name="Osvaldo Luiz Santos Pereira" userId="c308351cf5a860c7" providerId="LiveId" clId="{3C58C3AF-77E9-44C3-8D57-4240BA3EABD8}" dt="2025-03-07T18:22:54.403" v="129" actId="47"/>
        <pc:sldMkLst>
          <pc:docMk/>
          <pc:sldMk cId="2130668820" sldId="429"/>
        </pc:sldMkLst>
      </pc:sldChg>
      <pc:sldChg chg="del">
        <pc:chgData name="Osvaldo Luiz Santos Pereira" userId="c308351cf5a860c7" providerId="LiveId" clId="{3C58C3AF-77E9-44C3-8D57-4240BA3EABD8}" dt="2025-03-07T18:22:56.846" v="137" actId="47"/>
        <pc:sldMkLst>
          <pc:docMk/>
          <pc:sldMk cId="4281083970" sldId="430"/>
        </pc:sldMkLst>
      </pc:sldChg>
      <pc:sldChg chg="del">
        <pc:chgData name="Osvaldo Luiz Santos Pereira" userId="c308351cf5a860c7" providerId="LiveId" clId="{3C58C3AF-77E9-44C3-8D57-4240BA3EABD8}" dt="2025-03-07T18:22:57.419" v="138" actId="47"/>
        <pc:sldMkLst>
          <pc:docMk/>
          <pc:sldMk cId="630197715" sldId="431"/>
        </pc:sldMkLst>
      </pc:sldChg>
      <pc:sldChg chg="del">
        <pc:chgData name="Osvaldo Luiz Santos Pereira" userId="c308351cf5a860c7" providerId="LiveId" clId="{3C58C3AF-77E9-44C3-8D57-4240BA3EABD8}" dt="2025-03-07T18:22:44.810" v="91" actId="47"/>
        <pc:sldMkLst>
          <pc:docMk/>
          <pc:sldMk cId="1294623638" sldId="432"/>
        </pc:sldMkLst>
      </pc:sldChg>
      <pc:sldChg chg="del">
        <pc:chgData name="Osvaldo Luiz Santos Pereira" userId="c308351cf5a860c7" providerId="LiveId" clId="{3C58C3AF-77E9-44C3-8D57-4240BA3EABD8}" dt="2025-03-07T18:22:46.431" v="98" actId="47"/>
        <pc:sldMkLst>
          <pc:docMk/>
          <pc:sldMk cId="4289140337" sldId="433"/>
        </pc:sldMkLst>
      </pc:sldChg>
      <pc:sldChg chg="del">
        <pc:chgData name="Osvaldo Luiz Santos Pereira" userId="c308351cf5a860c7" providerId="LiveId" clId="{3C58C3AF-77E9-44C3-8D57-4240BA3EABD8}" dt="2025-03-07T18:22:46.822" v="100" actId="47"/>
        <pc:sldMkLst>
          <pc:docMk/>
          <pc:sldMk cId="3361833182" sldId="434"/>
        </pc:sldMkLst>
      </pc:sldChg>
      <pc:sldChg chg="del">
        <pc:chgData name="Osvaldo Luiz Santos Pereira" userId="c308351cf5a860c7" providerId="LiveId" clId="{3C58C3AF-77E9-44C3-8D57-4240BA3EABD8}" dt="2025-03-07T18:22:46.645" v="99" actId="47"/>
        <pc:sldMkLst>
          <pc:docMk/>
          <pc:sldMk cId="3587222122" sldId="435"/>
        </pc:sldMkLst>
      </pc:sldChg>
      <pc:sldChg chg="modSp add del mod">
        <pc:chgData name="Osvaldo Luiz Santos Pereira" userId="c308351cf5a860c7" providerId="LiveId" clId="{3C58C3AF-77E9-44C3-8D57-4240BA3EABD8}" dt="2025-03-07T18:22:33.997" v="67" actId="47"/>
        <pc:sldMkLst>
          <pc:docMk/>
          <pc:sldMk cId="2308032463" sldId="436"/>
        </pc:sldMkLst>
      </pc:sldChg>
    </pc:docChg>
  </pc:docChgLst>
  <pc:docChgLst>
    <pc:chgData name="Osvaldo Luiz Santos Pereira" userId="c308351cf5a860c7" providerId="LiveId" clId="{E788A2C0-ADEA-4849-9FE8-154C8D71DCBC}"/>
    <pc:docChg chg="undo custSel addSld delSld modSld">
      <pc:chgData name="Osvaldo Luiz Santos Pereira" userId="c308351cf5a860c7" providerId="LiveId" clId="{E788A2C0-ADEA-4849-9FE8-154C8D71DCBC}" dt="2023-11-24T16:23:06.535" v="1179" actId="1076"/>
      <pc:docMkLst>
        <pc:docMk/>
      </pc:docMkLst>
      <pc:sldChg chg="modSp mod">
        <pc:chgData name="Osvaldo Luiz Santos Pereira" userId="c308351cf5a860c7" providerId="LiveId" clId="{E788A2C0-ADEA-4849-9FE8-154C8D71DCBC}" dt="2023-11-13T14:34:53.393" v="701" actId="20577"/>
        <pc:sldMkLst>
          <pc:docMk/>
          <pc:sldMk cId="1303736943" sldId="257"/>
        </pc:sldMkLst>
      </pc:sldChg>
      <pc:sldChg chg="modSp mod">
        <pc:chgData name="Osvaldo Luiz Santos Pereira" userId="c308351cf5a860c7" providerId="LiveId" clId="{E788A2C0-ADEA-4849-9FE8-154C8D71DCBC}" dt="2023-11-16T23:00:32.313" v="703" actId="20577"/>
        <pc:sldMkLst>
          <pc:docMk/>
          <pc:sldMk cId="1030968523" sldId="355"/>
        </pc:sldMkLst>
      </pc:sldChg>
      <pc:sldChg chg="modSp mod">
        <pc:chgData name="Osvaldo Luiz Santos Pereira" userId="c308351cf5a860c7" providerId="LiveId" clId="{E788A2C0-ADEA-4849-9FE8-154C8D71DCBC}" dt="2023-11-16T23:15:06.573" v="874" actId="20577"/>
        <pc:sldMkLst>
          <pc:docMk/>
          <pc:sldMk cId="1193654908" sldId="356"/>
        </pc:sldMkLst>
      </pc:sldChg>
      <pc:sldChg chg="modSp mod">
        <pc:chgData name="Osvaldo Luiz Santos Pereira" userId="c308351cf5a860c7" providerId="LiveId" clId="{E788A2C0-ADEA-4849-9FE8-154C8D71DCBC}" dt="2023-11-16T23:05:57.731" v="739" actId="20577"/>
        <pc:sldMkLst>
          <pc:docMk/>
          <pc:sldMk cId="2389999328" sldId="357"/>
        </pc:sldMkLst>
      </pc:sldChg>
      <pc:sldChg chg="modSp mod">
        <pc:chgData name="Osvaldo Luiz Santos Pereira" userId="c308351cf5a860c7" providerId="LiveId" clId="{E788A2C0-ADEA-4849-9FE8-154C8D71DCBC}" dt="2023-11-16T23:15:57.915" v="902" actId="20577"/>
        <pc:sldMkLst>
          <pc:docMk/>
          <pc:sldMk cId="2194354923" sldId="358"/>
        </pc:sldMkLst>
      </pc:sldChg>
      <pc:sldChg chg="modSp mod">
        <pc:chgData name="Osvaldo Luiz Santos Pereira" userId="c308351cf5a860c7" providerId="LiveId" clId="{E788A2C0-ADEA-4849-9FE8-154C8D71DCBC}" dt="2023-11-16T23:16:15.478" v="914" actId="20577"/>
        <pc:sldMkLst>
          <pc:docMk/>
          <pc:sldMk cId="2443068354" sldId="359"/>
        </pc:sldMkLst>
      </pc:sldChg>
      <pc:sldChg chg="modSp mod">
        <pc:chgData name="Osvaldo Luiz Santos Pereira" userId="c308351cf5a860c7" providerId="LiveId" clId="{E788A2C0-ADEA-4849-9FE8-154C8D71DCBC}" dt="2023-11-16T23:15:54.028" v="900" actId="20577"/>
        <pc:sldMkLst>
          <pc:docMk/>
          <pc:sldMk cId="2498086408" sldId="360"/>
        </pc:sldMkLst>
      </pc:sldChg>
      <pc:sldChg chg="modSp">
        <pc:chgData name="Osvaldo Luiz Santos Pereira" userId="c308351cf5a860c7" providerId="LiveId" clId="{E788A2C0-ADEA-4849-9FE8-154C8D71DCBC}" dt="2023-11-16T23:13:39.989" v="859" actId="20577"/>
        <pc:sldMkLst>
          <pc:docMk/>
          <pc:sldMk cId="3183670058" sldId="363"/>
        </pc:sldMkLst>
      </pc:sldChg>
      <pc:sldChg chg="modSp mod">
        <pc:chgData name="Osvaldo Luiz Santos Pereira" userId="c308351cf5a860c7" providerId="LiveId" clId="{E788A2C0-ADEA-4849-9FE8-154C8D71DCBC}" dt="2023-11-16T23:01:26.944" v="711" actId="20577"/>
        <pc:sldMkLst>
          <pc:docMk/>
          <pc:sldMk cId="10464197" sldId="364"/>
        </pc:sldMkLst>
      </pc:sldChg>
      <pc:sldChg chg="modSp mod">
        <pc:chgData name="Osvaldo Luiz Santos Pereira" userId="c308351cf5a860c7" providerId="LiveId" clId="{E788A2C0-ADEA-4849-9FE8-154C8D71DCBC}" dt="2023-11-16T23:05:47.726" v="738" actId="20577"/>
        <pc:sldMkLst>
          <pc:docMk/>
          <pc:sldMk cId="1812892139" sldId="365"/>
        </pc:sldMkLst>
      </pc:sldChg>
      <pc:sldChg chg="addSp delSp modSp mod">
        <pc:chgData name="Osvaldo Luiz Santos Pereira" userId="c308351cf5a860c7" providerId="LiveId" clId="{E788A2C0-ADEA-4849-9FE8-154C8D71DCBC}" dt="2023-11-16T23:10:54.049" v="772" actId="732"/>
        <pc:sldMkLst>
          <pc:docMk/>
          <pc:sldMk cId="1896221573" sldId="369"/>
        </pc:sldMkLst>
      </pc:sldChg>
      <pc:sldChg chg="modSp mod">
        <pc:chgData name="Osvaldo Luiz Santos Pereira" userId="c308351cf5a860c7" providerId="LiveId" clId="{E788A2C0-ADEA-4849-9FE8-154C8D71DCBC}" dt="2023-11-16T23:13:18.260" v="844" actId="20577"/>
        <pc:sldMkLst>
          <pc:docMk/>
          <pc:sldMk cId="2467625486" sldId="371"/>
        </pc:sldMkLst>
      </pc:sldChg>
      <pc:sldChg chg="add del">
        <pc:chgData name="Osvaldo Luiz Santos Pereira" userId="c308351cf5a860c7" providerId="LiveId" clId="{E788A2C0-ADEA-4849-9FE8-154C8D71DCBC}" dt="2023-11-16T23:14:50.685" v="869"/>
        <pc:sldMkLst>
          <pc:docMk/>
          <pc:sldMk cId="2229934532" sldId="372"/>
        </pc:sldMkLst>
      </pc:sldChg>
      <pc:sldChg chg="modSp del">
        <pc:chgData name="Osvaldo Luiz Santos Pereira" userId="c308351cf5a860c7" providerId="LiveId" clId="{E788A2C0-ADEA-4849-9FE8-154C8D71DCBC}" dt="2023-11-16T23:14:40.154" v="867" actId="2696"/>
        <pc:sldMkLst>
          <pc:docMk/>
          <pc:sldMk cId="3164125927" sldId="372"/>
        </pc:sldMkLst>
      </pc:sldChg>
      <pc:sldChg chg="add">
        <pc:chgData name="Osvaldo Luiz Santos Pereira" userId="c308351cf5a860c7" providerId="LiveId" clId="{E788A2C0-ADEA-4849-9FE8-154C8D71DCBC}" dt="2023-11-16T23:14:50.714" v="870"/>
        <pc:sldMkLst>
          <pc:docMk/>
          <pc:sldMk cId="3753303553" sldId="372"/>
        </pc:sldMkLst>
      </pc:sldChg>
      <pc:sldChg chg="addSp delSp modSp mod">
        <pc:chgData name="Osvaldo Luiz Santos Pereira" userId="c308351cf5a860c7" providerId="LiveId" clId="{E788A2C0-ADEA-4849-9FE8-154C8D71DCBC}" dt="2023-11-21T16:55:56.473" v="1067" actId="1076"/>
        <pc:sldMkLst>
          <pc:docMk/>
          <pc:sldMk cId="1065822023" sldId="373"/>
        </pc:sldMkLst>
      </pc:sldChg>
      <pc:sldChg chg="modSp mod">
        <pc:chgData name="Osvaldo Luiz Santos Pereira" userId="c308351cf5a860c7" providerId="LiveId" clId="{E788A2C0-ADEA-4849-9FE8-154C8D71DCBC}" dt="2023-11-16T23:15:50.331" v="898" actId="20577"/>
        <pc:sldMkLst>
          <pc:docMk/>
          <pc:sldMk cId="3317913325" sldId="380"/>
        </pc:sldMkLst>
      </pc:sldChg>
      <pc:sldChg chg="modSp mod">
        <pc:chgData name="Osvaldo Luiz Santos Pereira" userId="c308351cf5a860c7" providerId="LiveId" clId="{E788A2C0-ADEA-4849-9FE8-154C8D71DCBC}" dt="2023-11-16T23:16:01.172" v="904" actId="20577"/>
        <pc:sldMkLst>
          <pc:docMk/>
          <pc:sldMk cId="2627705492" sldId="381"/>
        </pc:sldMkLst>
      </pc:sldChg>
      <pc:sldChg chg="modSp mod">
        <pc:chgData name="Osvaldo Luiz Santos Pereira" userId="c308351cf5a860c7" providerId="LiveId" clId="{E788A2C0-ADEA-4849-9FE8-154C8D71DCBC}" dt="2023-11-16T23:16:04.997" v="908" actId="20577"/>
        <pc:sldMkLst>
          <pc:docMk/>
          <pc:sldMk cId="3146612701" sldId="382"/>
        </pc:sldMkLst>
      </pc:sldChg>
      <pc:sldChg chg="modSp mod">
        <pc:chgData name="Osvaldo Luiz Santos Pereira" userId="c308351cf5a860c7" providerId="LiveId" clId="{E788A2C0-ADEA-4849-9FE8-154C8D71DCBC}" dt="2023-11-16T23:16:22.407" v="918" actId="20577"/>
        <pc:sldMkLst>
          <pc:docMk/>
          <pc:sldMk cId="2355143931" sldId="385"/>
        </pc:sldMkLst>
      </pc:sldChg>
      <pc:sldChg chg="modSp mod">
        <pc:chgData name="Osvaldo Luiz Santos Pereira" userId="c308351cf5a860c7" providerId="LiveId" clId="{E788A2C0-ADEA-4849-9FE8-154C8D71DCBC}" dt="2023-11-16T23:16:18.711" v="916" actId="20577"/>
        <pc:sldMkLst>
          <pc:docMk/>
          <pc:sldMk cId="1961155001" sldId="386"/>
        </pc:sldMkLst>
      </pc:sldChg>
      <pc:sldChg chg="modSp mod">
        <pc:chgData name="Osvaldo Luiz Santos Pereira" userId="c308351cf5a860c7" providerId="LiveId" clId="{E788A2C0-ADEA-4849-9FE8-154C8D71DCBC}" dt="2023-11-16T23:16:25.864" v="920" actId="20577"/>
        <pc:sldMkLst>
          <pc:docMk/>
          <pc:sldMk cId="1382877788" sldId="388"/>
        </pc:sldMkLst>
      </pc:sldChg>
      <pc:sldChg chg="modSp mod">
        <pc:chgData name="Osvaldo Luiz Santos Pereira" userId="c308351cf5a860c7" providerId="LiveId" clId="{E788A2C0-ADEA-4849-9FE8-154C8D71DCBC}" dt="2023-10-29T20:20:14.925" v="31" actId="20577"/>
        <pc:sldMkLst>
          <pc:docMk/>
          <pc:sldMk cId="2041619009" sldId="389"/>
        </pc:sldMkLst>
      </pc:sldChg>
      <pc:sldChg chg="modSp mod">
        <pc:chgData name="Osvaldo Luiz Santos Pereira" userId="c308351cf5a860c7" providerId="LiveId" clId="{E788A2C0-ADEA-4849-9FE8-154C8D71DCBC}" dt="2023-11-16T23:15:43.033" v="894" actId="20577"/>
        <pc:sldMkLst>
          <pc:docMk/>
          <pc:sldMk cId="2656152848" sldId="390"/>
        </pc:sldMkLst>
      </pc:sldChg>
      <pc:sldChg chg="modSp mod">
        <pc:chgData name="Osvaldo Luiz Santos Pereira" userId="c308351cf5a860c7" providerId="LiveId" clId="{E788A2C0-ADEA-4849-9FE8-154C8D71DCBC}" dt="2023-11-16T23:14:25.977" v="866" actId="20577"/>
        <pc:sldMkLst>
          <pc:docMk/>
          <pc:sldMk cId="660605830" sldId="391"/>
        </pc:sldMkLst>
      </pc:sldChg>
      <pc:sldChg chg="modSp mod">
        <pc:chgData name="Osvaldo Luiz Santos Pereira" userId="c308351cf5a860c7" providerId="LiveId" clId="{E788A2C0-ADEA-4849-9FE8-154C8D71DCBC}" dt="2023-11-16T23:15:02.067" v="872" actId="20577"/>
        <pc:sldMkLst>
          <pc:docMk/>
          <pc:sldMk cId="3103055715" sldId="393"/>
        </pc:sldMkLst>
      </pc:sldChg>
      <pc:sldChg chg="modSp mod">
        <pc:chgData name="Osvaldo Luiz Santos Pereira" userId="c308351cf5a860c7" providerId="LiveId" clId="{E788A2C0-ADEA-4849-9FE8-154C8D71DCBC}" dt="2023-11-16T23:16:11.838" v="912" actId="20577"/>
        <pc:sldMkLst>
          <pc:docMk/>
          <pc:sldMk cId="4271395470" sldId="394"/>
        </pc:sldMkLst>
      </pc:sldChg>
      <pc:sldChg chg="modSp mod">
        <pc:chgData name="Osvaldo Luiz Santos Pereira" userId="c308351cf5a860c7" providerId="LiveId" clId="{E788A2C0-ADEA-4849-9FE8-154C8D71DCBC}" dt="2023-11-16T23:16:28.952" v="922" actId="20577"/>
        <pc:sldMkLst>
          <pc:docMk/>
          <pc:sldMk cId="248797069" sldId="395"/>
        </pc:sldMkLst>
      </pc:sldChg>
      <pc:sldChg chg="modSp mod">
        <pc:chgData name="Osvaldo Luiz Santos Pereira" userId="c308351cf5a860c7" providerId="LiveId" clId="{E788A2C0-ADEA-4849-9FE8-154C8D71DCBC}" dt="2023-11-16T23:15:46.283" v="896" actId="20577"/>
        <pc:sldMkLst>
          <pc:docMk/>
          <pc:sldMk cId="940816401" sldId="396"/>
        </pc:sldMkLst>
      </pc:sldChg>
      <pc:sldChg chg="modSp mod">
        <pc:chgData name="Osvaldo Luiz Santos Pereira" userId="c308351cf5a860c7" providerId="LiveId" clId="{E788A2C0-ADEA-4849-9FE8-154C8D71DCBC}" dt="2023-11-16T23:16:08.598" v="910" actId="20577"/>
        <pc:sldMkLst>
          <pc:docMk/>
          <pc:sldMk cId="109763140" sldId="397"/>
        </pc:sldMkLst>
      </pc:sldChg>
      <pc:sldChg chg="modSp mod">
        <pc:chgData name="Osvaldo Luiz Santos Pereira" userId="c308351cf5a860c7" providerId="LiveId" clId="{E788A2C0-ADEA-4849-9FE8-154C8D71DCBC}" dt="2023-11-16T23:16:32.568" v="924" actId="20577"/>
        <pc:sldMkLst>
          <pc:docMk/>
          <pc:sldMk cId="3922447383" sldId="398"/>
        </pc:sldMkLst>
      </pc:sldChg>
      <pc:sldChg chg="modSp mod">
        <pc:chgData name="Osvaldo Luiz Santos Pereira" userId="c308351cf5a860c7" providerId="LiveId" clId="{E788A2C0-ADEA-4849-9FE8-154C8D71DCBC}" dt="2023-11-16T23:16:36.410" v="926" actId="20577"/>
        <pc:sldMkLst>
          <pc:docMk/>
          <pc:sldMk cId="1692325300" sldId="399"/>
        </pc:sldMkLst>
      </pc:sldChg>
      <pc:sldChg chg="modSp mod">
        <pc:chgData name="Osvaldo Luiz Santos Pereira" userId="c308351cf5a860c7" providerId="LiveId" clId="{E788A2C0-ADEA-4849-9FE8-154C8D71DCBC}" dt="2023-11-16T23:15:11.509" v="876" actId="20577"/>
        <pc:sldMkLst>
          <pc:docMk/>
          <pc:sldMk cId="1765959998" sldId="400"/>
        </pc:sldMkLst>
      </pc:sldChg>
      <pc:sldChg chg="modSp mod">
        <pc:chgData name="Osvaldo Luiz Santos Pereira" userId="c308351cf5a860c7" providerId="LiveId" clId="{E788A2C0-ADEA-4849-9FE8-154C8D71DCBC}" dt="2023-11-16T23:15:14.942" v="878" actId="20577"/>
        <pc:sldMkLst>
          <pc:docMk/>
          <pc:sldMk cId="1965463719" sldId="401"/>
        </pc:sldMkLst>
      </pc:sldChg>
      <pc:sldChg chg="modSp mod">
        <pc:chgData name="Osvaldo Luiz Santos Pereira" userId="c308351cf5a860c7" providerId="LiveId" clId="{E788A2C0-ADEA-4849-9FE8-154C8D71DCBC}" dt="2023-11-24T16:23:06.535" v="1179" actId="1076"/>
        <pc:sldMkLst>
          <pc:docMk/>
          <pc:sldMk cId="471622741" sldId="402"/>
        </pc:sldMkLst>
      </pc:sldChg>
      <pc:sldChg chg="modSp mod">
        <pc:chgData name="Osvaldo Luiz Santos Pereira" userId="c308351cf5a860c7" providerId="LiveId" clId="{E788A2C0-ADEA-4849-9FE8-154C8D71DCBC}" dt="2023-11-16T23:15:28.104" v="886" actId="20577"/>
        <pc:sldMkLst>
          <pc:docMk/>
          <pc:sldMk cId="474518133" sldId="403"/>
        </pc:sldMkLst>
      </pc:sldChg>
      <pc:sldChg chg="modSp mod">
        <pc:chgData name="Osvaldo Luiz Santos Pereira" userId="c308351cf5a860c7" providerId="LiveId" clId="{E788A2C0-ADEA-4849-9FE8-154C8D71DCBC}" dt="2023-11-16T23:15:31.897" v="888" actId="20577"/>
        <pc:sldMkLst>
          <pc:docMk/>
          <pc:sldMk cId="2564639371" sldId="404"/>
        </pc:sldMkLst>
      </pc:sldChg>
      <pc:sldChg chg="addSp delSp modSp mod">
        <pc:chgData name="Osvaldo Luiz Santos Pereira" userId="c308351cf5a860c7" providerId="LiveId" clId="{E788A2C0-ADEA-4849-9FE8-154C8D71DCBC}" dt="2023-11-23T14:35:27.388" v="1163" actId="20577"/>
        <pc:sldMkLst>
          <pc:docMk/>
          <pc:sldMk cId="801529500" sldId="405"/>
        </pc:sldMkLst>
      </pc:sldChg>
      <pc:sldChg chg="modSp mod">
        <pc:chgData name="Osvaldo Luiz Santos Pereira" userId="c308351cf5a860c7" providerId="LiveId" clId="{E788A2C0-ADEA-4849-9FE8-154C8D71DCBC}" dt="2023-11-24T16:22:58.573" v="1175" actId="1076"/>
        <pc:sldMkLst>
          <pc:docMk/>
          <pc:sldMk cId="2697600967" sldId="406"/>
        </pc:sldMkLst>
      </pc:sldChg>
      <pc:sldChg chg="modSp add mod">
        <pc:chgData name="Osvaldo Luiz Santos Pereira" userId="c308351cf5a860c7" providerId="LiveId" clId="{E788A2C0-ADEA-4849-9FE8-154C8D71DCBC}" dt="2023-11-16T23:15:39.073" v="892" actId="20577"/>
        <pc:sldMkLst>
          <pc:docMk/>
          <pc:sldMk cId="2999584868" sldId="407"/>
        </pc:sldMkLst>
      </pc:sldChg>
    </pc:docChg>
  </pc:docChgLst>
  <pc:docChgLst>
    <pc:chgData name="Osvaldo Luiz Santos Pereira" userId="c308351cf5a860c7" providerId="LiveId" clId="{A3F69AA3-F4D4-485D-9DDE-0F018352D6E2}"/>
    <pc:docChg chg="undo custSel addSld delSld modSld sldOrd">
      <pc:chgData name="Osvaldo Luiz Santos Pereira" userId="c308351cf5a860c7" providerId="LiveId" clId="{A3F69AA3-F4D4-485D-9DDE-0F018352D6E2}" dt="2025-02-16T03:41:42.618" v="9097" actId="20577"/>
      <pc:docMkLst>
        <pc:docMk/>
      </pc:docMkLst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351539581" sldId="256"/>
        </pc:sldMkLst>
      </pc:sldChg>
      <pc:sldChg chg="modSp mod">
        <pc:chgData name="Osvaldo Luiz Santos Pereira" userId="c308351cf5a860c7" providerId="LiveId" clId="{A3F69AA3-F4D4-485D-9DDE-0F018352D6E2}" dt="2025-02-16T03:41:42.618" v="9097" actId="20577"/>
        <pc:sldMkLst>
          <pc:docMk/>
          <pc:sldMk cId="1303736943" sldId="25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679581974" sldId="258"/>
        </pc:sldMkLst>
      </pc:sldChg>
      <pc:sldChg chg="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286006033" sldId="259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847172993" sldId="32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72287295" sldId="329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83785778" sldId="332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629326660" sldId="333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525406427" sldId="343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523814595" sldId="344"/>
        </pc:sldMkLst>
      </pc:sldChg>
      <pc:sldChg chg="add mod or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893504514" sldId="34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815916705" sldId="346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097073104" sldId="34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64971042" sldId="348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887731418" sldId="349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94035615" sldId="350"/>
        </pc:sldMkLst>
      </pc:sldChg>
      <pc:sldChg chg="modSp mod">
        <pc:chgData name="Osvaldo Luiz Santos Pereira" userId="c308351cf5a860c7" providerId="LiveId" clId="{A3F69AA3-F4D4-485D-9DDE-0F018352D6E2}" dt="2025-02-13T19:56:24.387" v="29" actId="113"/>
        <pc:sldMkLst>
          <pc:docMk/>
          <pc:sldMk cId="1193654908" sldId="356"/>
        </pc:sldMkLst>
      </pc:sldChg>
      <pc:sldChg chg="modSp mod">
        <pc:chgData name="Osvaldo Luiz Santos Pereira" userId="c308351cf5a860c7" providerId="LiveId" clId="{A3F69AA3-F4D4-485D-9DDE-0F018352D6E2}" dt="2025-02-13T23:12:08.272" v="1048" actId="20577"/>
        <pc:sldMkLst>
          <pc:docMk/>
          <pc:sldMk cId="2194354923" sldId="358"/>
        </pc:sldMkLst>
      </pc:sldChg>
      <pc:sldChg chg="addSp delSp modSp mod">
        <pc:chgData name="Osvaldo Luiz Santos Pereira" userId="c308351cf5a860c7" providerId="LiveId" clId="{A3F69AA3-F4D4-485D-9DDE-0F018352D6E2}" dt="2025-02-15T14:06:10.938" v="5865" actId="1035"/>
        <pc:sldMkLst>
          <pc:docMk/>
          <pc:sldMk cId="2443068354" sldId="359"/>
        </pc:sldMkLst>
      </pc:sldChg>
      <pc:sldChg chg="modSp mod">
        <pc:chgData name="Osvaldo Luiz Santos Pereira" userId="c308351cf5a860c7" providerId="LiveId" clId="{A3F69AA3-F4D4-485D-9DDE-0F018352D6E2}" dt="2025-02-13T23:12:03.151" v="1046" actId="20577"/>
        <pc:sldMkLst>
          <pc:docMk/>
          <pc:sldMk cId="2498086408" sldId="360"/>
        </pc:sldMkLst>
      </pc:sldChg>
      <pc:sldChg chg="modSp mod">
        <pc:chgData name="Osvaldo Luiz Santos Pereira" userId="c308351cf5a860c7" providerId="LiveId" clId="{A3F69AA3-F4D4-485D-9DDE-0F018352D6E2}" dt="2025-02-13T19:55:28.190" v="5" actId="14100"/>
        <pc:sldMkLst>
          <pc:docMk/>
          <pc:sldMk cId="3183670058" sldId="363"/>
        </pc:sldMkLst>
      </pc:sldChg>
      <pc:sldChg chg="modSp mod">
        <pc:chgData name="Osvaldo Luiz Santos Pereira" userId="c308351cf5a860c7" providerId="LiveId" clId="{A3F69AA3-F4D4-485D-9DDE-0F018352D6E2}" dt="2025-02-13T19:55:32.956" v="6" actId="403"/>
        <pc:sldMkLst>
          <pc:docMk/>
          <pc:sldMk cId="1812892139" sldId="36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528229287" sldId="366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71344065" sldId="374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814437185" sldId="37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195658808" sldId="376"/>
        </pc:sldMkLst>
      </pc:sldChg>
      <pc:sldChg chg="add mod or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75880146" sldId="37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025221180" sldId="378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489494026" sldId="379"/>
        </pc:sldMkLst>
      </pc:sldChg>
      <pc:sldChg chg="addSp delSp modSp mod">
        <pc:chgData name="Osvaldo Luiz Santos Pereira" userId="c308351cf5a860c7" providerId="LiveId" clId="{A3F69AA3-F4D4-485D-9DDE-0F018352D6E2}" dt="2025-02-14T00:03:32.437" v="1648" actId="20577"/>
        <pc:sldMkLst>
          <pc:docMk/>
          <pc:sldMk cId="3317913325" sldId="380"/>
        </pc:sldMkLst>
      </pc:sldChg>
      <pc:sldChg chg="modSp mod">
        <pc:chgData name="Osvaldo Luiz Santos Pereira" userId="c308351cf5a860c7" providerId="LiveId" clId="{A3F69AA3-F4D4-485D-9DDE-0F018352D6E2}" dt="2025-02-13T23:12:12.673" v="1050" actId="20577"/>
        <pc:sldMkLst>
          <pc:docMk/>
          <pc:sldMk cId="2627705492" sldId="381"/>
        </pc:sldMkLst>
      </pc:sldChg>
      <pc:sldChg chg="modSp mod">
        <pc:chgData name="Osvaldo Luiz Santos Pereira" userId="c308351cf5a860c7" providerId="LiveId" clId="{A3F69AA3-F4D4-485D-9DDE-0F018352D6E2}" dt="2025-02-13T23:12:16.873" v="1052" actId="20577"/>
        <pc:sldMkLst>
          <pc:docMk/>
          <pc:sldMk cId="3146612701" sldId="382"/>
        </pc:sldMkLst>
      </pc:sldChg>
      <pc:sldChg chg="modSp mod">
        <pc:chgData name="Osvaldo Luiz Santos Pereira" userId="c308351cf5a860c7" providerId="LiveId" clId="{A3F69AA3-F4D4-485D-9DDE-0F018352D6E2}" dt="2025-02-14T00:17:15.590" v="2288" actId="20577"/>
        <pc:sldMkLst>
          <pc:docMk/>
          <pc:sldMk cId="2355143931" sldId="385"/>
        </pc:sldMkLst>
      </pc:sldChg>
      <pc:sldChg chg="addSp delSp modSp mod">
        <pc:chgData name="Osvaldo Luiz Santos Pereira" userId="c308351cf5a860c7" providerId="LiveId" clId="{A3F69AA3-F4D4-485D-9DDE-0F018352D6E2}" dt="2025-02-14T00:17:10.974" v="2286" actId="20577"/>
        <pc:sldMkLst>
          <pc:docMk/>
          <pc:sldMk cId="1961155001" sldId="386"/>
        </pc:sldMkLst>
      </pc:sldChg>
      <pc:sldChg chg="addSp modSp mod">
        <pc:chgData name="Osvaldo Luiz Santos Pereira" userId="c308351cf5a860c7" providerId="LiveId" clId="{A3F69AA3-F4D4-485D-9DDE-0F018352D6E2}" dt="2025-02-15T14:15:02.894" v="6451" actId="1036"/>
        <pc:sldMkLst>
          <pc:docMk/>
          <pc:sldMk cId="1382877788" sldId="388"/>
        </pc:sldMkLst>
      </pc:sldChg>
      <pc:sldChg chg="modSp mod">
        <pc:chgData name="Osvaldo Luiz Santos Pereira" userId="c308351cf5a860c7" providerId="LiveId" clId="{A3F69AA3-F4D4-485D-9DDE-0F018352D6E2}" dt="2025-02-13T20:55:39.226" v="749" actId="20577"/>
        <pc:sldMkLst>
          <pc:docMk/>
          <pc:sldMk cId="2656152848" sldId="390"/>
        </pc:sldMkLst>
      </pc:sldChg>
      <pc:sldChg chg="modSp mod">
        <pc:chgData name="Osvaldo Luiz Santos Pereira" userId="c308351cf5a860c7" providerId="LiveId" clId="{A3F69AA3-F4D4-485D-9DDE-0F018352D6E2}" dt="2025-02-14T00:17:02.780" v="2282" actId="20577"/>
        <pc:sldMkLst>
          <pc:docMk/>
          <pc:sldMk cId="4271395470" sldId="394"/>
        </pc:sldMkLst>
      </pc:sldChg>
      <pc:sldChg chg="modSp mod">
        <pc:chgData name="Osvaldo Luiz Santos Pereira" userId="c308351cf5a860c7" providerId="LiveId" clId="{A3F69AA3-F4D4-485D-9DDE-0F018352D6E2}" dt="2025-02-16T03:26:08.645" v="9047" actId="20577"/>
        <pc:sldMkLst>
          <pc:docMk/>
          <pc:sldMk cId="314037394" sldId="397"/>
        </pc:sldMkLst>
      </pc:sldChg>
      <pc:sldChg chg="modSp mod">
        <pc:chgData name="Osvaldo Luiz Santos Pereira" userId="c308351cf5a860c7" providerId="LiveId" clId="{A3F69AA3-F4D4-485D-9DDE-0F018352D6E2}" dt="2025-02-16T03:26:14.781" v="9051" actId="20577"/>
        <pc:sldMkLst>
          <pc:docMk/>
          <pc:sldMk cId="1692325300" sldId="399"/>
        </pc:sldMkLst>
      </pc:sldChg>
      <pc:sldChg chg="modSp mod">
        <pc:chgData name="Osvaldo Luiz Santos Pereira" userId="c308351cf5a860c7" providerId="LiveId" clId="{A3F69AA3-F4D4-485D-9DDE-0F018352D6E2}" dt="2025-02-13T19:58:45.543" v="75" actId="20577"/>
        <pc:sldMkLst>
          <pc:docMk/>
          <pc:sldMk cId="1765959998" sldId="400"/>
        </pc:sldMkLst>
      </pc:sldChg>
      <pc:sldChg chg="delSp modSp mod">
        <pc:chgData name="Osvaldo Luiz Santos Pereira" userId="c308351cf5a860c7" providerId="LiveId" clId="{A3F69AA3-F4D4-485D-9DDE-0F018352D6E2}" dt="2025-02-14T01:29:50.040" v="2494" actId="478"/>
        <pc:sldMkLst>
          <pc:docMk/>
          <pc:sldMk cId="1965463719" sldId="401"/>
        </pc:sldMkLst>
      </pc:sldChg>
      <pc:sldChg chg="addSp delSp modSp mod">
        <pc:chgData name="Osvaldo Luiz Santos Pereira" userId="c308351cf5a860c7" providerId="LiveId" clId="{A3F69AA3-F4D4-485D-9DDE-0F018352D6E2}" dt="2025-02-14T01:30:00.473" v="2496" actId="478"/>
        <pc:sldMkLst>
          <pc:docMk/>
          <pc:sldMk cId="2999584868" sldId="407"/>
        </pc:sldMkLst>
      </pc:sldChg>
      <pc:sldChg chg="delSp modSp mod">
        <pc:chgData name="Osvaldo Luiz Santos Pereira" userId="c308351cf5a860c7" providerId="LiveId" clId="{A3F69AA3-F4D4-485D-9DDE-0F018352D6E2}" dt="2025-02-14T01:29:56.769" v="2495" actId="478"/>
        <pc:sldMkLst>
          <pc:docMk/>
          <pc:sldMk cId="2728505585" sldId="408"/>
        </pc:sldMkLst>
      </pc:sldChg>
      <pc:sldChg chg="modSp mod">
        <pc:chgData name="Osvaldo Luiz Santos Pereira" userId="c308351cf5a860c7" providerId="LiveId" clId="{A3F69AA3-F4D4-485D-9DDE-0F018352D6E2}" dt="2025-02-16T03:25:26.982" v="9029" actId="20577"/>
        <pc:sldMkLst>
          <pc:docMk/>
          <pc:sldMk cId="4276942897" sldId="409"/>
        </pc:sldMkLst>
      </pc:sldChg>
      <pc:sldChg chg="modSp add mod">
        <pc:chgData name="Osvaldo Luiz Santos Pereira" userId="c308351cf5a860c7" providerId="LiveId" clId="{A3F69AA3-F4D4-485D-9DDE-0F018352D6E2}" dt="2025-02-14T13:16:49.254" v="3993" actId="20577"/>
        <pc:sldMkLst>
          <pc:docMk/>
          <pc:sldMk cId="1636255493" sldId="410"/>
        </pc:sldMkLst>
      </pc:sldChg>
      <pc:sldChg chg="addSp delSp modSp add mod">
        <pc:chgData name="Osvaldo Luiz Santos Pereira" userId="c308351cf5a860c7" providerId="LiveId" clId="{A3F69AA3-F4D4-485D-9DDE-0F018352D6E2}" dt="2025-02-15T12:44:59.077" v="4236" actId="313"/>
        <pc:sldMkLst>
          <pc:docMk/>
          <pc:sldMk cId="2628122326" sldId="411"/>
        </pc:sldMkLst>
      </pc:sldChg>
      <pc:sldChg chg="modSp add mod">
        <pc:chgData name="Osvaldo Luiz Santos Pereira" userId="c308351cf5a860c7" providerId="LiveId" clId="{A3F69AA3-F4D4-485D-9DDE-0F018352D6E2}" dt="2025-02-13T20:56:07.430" v="757" actId="20577"/>
        <pc:sldMkLst>
          <pc:docMk/>
          <pc:sldMk cId="1912133248" sldId="412"/>
        </pc:sldMkLst>
      </pc:sldChg>
      <pc:sldChg chg="modSp add mod">
        <pc:chgData name="Osvaldo Luiz Santos Pereira" userId="c308351cf5a860c7" providerId="LiveId" clId="{A3F69AA3-F4D4-485D-9DDE-0F018352D6E2}" dt="2025-02-13T20:56:02.540" v="753" actId="20577"/>
        <pc:sldMkLst>
          <pc:docMk/>
          <pc:sldMk cId="4195671441" sldId="413"/>
        </pc:sldMkLst>
      </pc:sldChg>
      <pc:sldChg chg="addSp delSp modSp add mod ord">
        <pc:chgData name="Osvaldo Luiz Santos Pereira" userId="c308351cf5a860c7" providerId="LiveId" clId="{A3F69AA3-F4D4-485D-9DDE-0F018352D6E2}" dt="2025-02-15T13:04:50.849" v="4824" actId="20577"/>
        <pc:sldMkLst>
          <pc:docMk/>
          <pc:sldMk cId="3650197859" sldId="414"/>
        </pc:sldMkLst>
      </pc:sldChg>
      <pc:sldChg chg="addSp delSp modSp add mod">
        <pc:chgData name="Osvaldo Luiz Santos Pereira" userId="c308351cf5a860c7" providerId="LiveId" clId="{A3F69AA3-F4D4-485D-9DDE-0F018352D6E2}" dt="2025-02-14T13:17:03.807" v="3999" actId="20577"/>
        <pc:sldMkLst>
          <pc:docMk/>
          <pc:sldMk cId="3272864665" sldId="415"/>
        </pc:sldMkLst>
      </pc:sldChg>
      <pc:sldChg chg="addSp modSp add mod">
        <pc:chgData name="Osvaldo Luiz Santos Pereira" userId="c308351cf5a860c7" providerId="LiveId" clId="{A3F69AA3-F4D4-485D-9DDE-0F018352D6E2}" dt="2025-02-15T13:54:37.059" v="5049" actId="20577"/>
        <pc:sldMkLst>
          <pc:docMk/>
          <pc:sldMk cId="3689237166" sldId="416"/>
        </pc:sldMkLst>
      </pc:sldChg>
      <pc:sldChg chg="addSp modSp add mod">
        <pc:chgData name="Osvaldo Luiz Santos Pereira" userId="c308351cf5a860c7" providerId="LiveId" clId="{A3F69AA3-F4D4-485D-9DDE-0F018352D6E2}" dt="2025-02-15T14:35:38.962" v="7426" actId="1036"/>
        <pc:sldMkLst>
          <pc:docMk/>
          <pc:sldMk cId="2486576039" sldId="417"/>
        </pc:sldMkLst>
      </pc:sldChg>
      <pc:sldChg chg="addSp delSp modSp add mod">
        <pc:chgData name="Osvaldo Luiz Santos Pereira" userId="c308351cf5a860c7" providerId="LiveId" clId="{A3F69AA3-F4D4-485D-9DDE-0F018352D6E2}" dt="2025-02-15T14:33:18.120" v="7291" actId="1036"/>
        <pc:sldMkLst>
          <pc:docMk/>
          <pc:sldMk cId="2920160240" sldId="418"/>
        </pc:sldMkLst>
      </pc:sldChg>
      <pc:sldChg chg="add del">
        <pc:chgData name="Osvaldo Luiz Santos Pereira" userId="c308351cf5a860c7" providerId="LiveId" clId="{A3F69AA3-F4D4-485D-9DDE-0F018352D6E2}" dt="2025-02-13T23:59:54.383" v="1465" actId="47"/>
        <pc:sldMkLst>
          <pc:docMk/>
          <pc:sldMk cId="3055739144" sldId="418"/>
        </pc:sldMkLst>
      </pc:sldChg>
      <pc:sldChg chg="modSp add mod">
        <pc:chgData name="Osvaldo Luiz Santos Pereira" userId="c308351cf5a860c7" providerId="LiveId" clId="{A3F69AA3-F4D4-485D-9DDE-0F018352D6E2}" dt="2025-02-16T03:26:26.814" v="9059" actId="20577"/>
        <pc:sldMkLst>
          <pc:docMk/>
          <pc:sldMk cId="3508525067" sldId="419"/>
        </pc:sldMkLst>
      </pc:sldChg>
      <pc:sldChg chg="addSp delSp modSp add mod">
        <pc:chgData name="Osvaldo Luiz Santos Pereira" userId="c308351cf5a860c7" providerId="LiveId" clId="{A3F69AA3-F4D4-485D-9DDE-0F018352D6E2}" dt="2025-02-16T03:26:31.726" v="9063" actId="20577"/>
        <pc:sldMkLst>
          <pc:docMk/>
          <pc:sldMk cId="432192727" sldId="420"/>
        </pc:sldMkLst>
      </pc:sldChg>
      <pc:sldChg chg="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91152931" sldId="421"/>
        </pc:sldMkLst>
      </pc:sldChg>
      <pc:sldChg chg="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26374771" sldId="422"/>
        </pc:sldMkLst>
      </pc:sldChg>
      <pc:sldChg chg="addSp delSp modSp add mod">
        <pc:chgData name="Osvaldo Luiz Santos Pereira" userId="c308351cf5a860c7" providerId="LiveId" clId="{A3F69AA3-F4D4-485D-9DDE-0F018352D6E2}" dt="2025-02-16T03:26:20.294" v="9055" actId="20577"/>
        <pc:sldMkLst>
          <pc:docMk/>
          <pc:sldMk cId="620905988" sldId="423"/>
        </pc:sldMkLst>
      </pc:sldChg>
      <pc:sldChg chg="addSp 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537155377" sldId="424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980405925" sldId="42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224969674" sldId="426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367109356" sldId="42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82213466" sldId="428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130668820" sldId="429"/>
        </pc:sldMkLst>
      </pc:sldChg>
      <pc:sldChg chg="add del">
        <pc:chgData name="Osvaldo Luiz Santos Pereira" userId="c308351cf5a860c7" providerId="LiveId" clId="{A3F69AA3-F4D4-485D-9DDE-0F018352D6E2}" dt="2025-02-14T02:31:39.288" v="2810" actId="47"/>
        <pc:sldMkLst>
          <pc:docMk/>
          <pc:sldMk cId="3920781823" sldId="430"/>
        </pc:sldMkLst>
      </pc:sldChg>
      <pc:sldChg chg="addSp delSp modSp new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4281083970" sldId="430"/>
        </pc:sldMkLst>
      </pc:sldChg>
      <pc:sldChg chg="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630197715" sldId="431"/>
        </pc:sldMkLst>
      </pc:sldChg>
      <pc:sldChg chg="delSp modSp add mod">
        <pc:chgData name="Osvaldo Luiz Santos Pereira" userId="c308351cf5a860c7" providerId="LiveId" clId="{A3F69AA3-F4D4-485D-9DDE-0F018352D6E2}" dt="2025-02-15T14:18:40.210" v="6901" actId="20577"/>
        <pc:sldMkLst>
          <pc:docMk/>
          <pc:sldMk cId="1294623638" sldId="432"/>
        </pc:sldMkLst>
      </pc:sldChg>
      <pc:sldChg chg="addSp delSp modSp add mod">
        <pc:chgData name="Osvaldo Luiz Santos Pereira" userId="c308351cf5a860c7" providerId="LiveId" clId="{A3F69AA3-F4D4-485D-9DDE-0F018352D6E2}" dt="2025-02-15T21:10:47.209" v="7913" actId="478"/>
        <pc:sldMkLst>
          <pc:docMk/>
          <pc:sldMk cId="4289140337" sldId="433"/>
        </pc:sldMkLst>
      </pc:sldChg>
      <pc:sldChg chg="modSp add mod">
        <pc:chgData name="Osvaldo Luiz Santos Pereira" userId="c308351cf5a860c7" providerId="LiveId" clId="{A3F69AA3-F4D4-485D-9DDE-0F018352D6E2}" dt="2025-02-16T03:25:22.660" v="9027" actId="20577"/>
        <pc:sldMkLst>
          <pc:docMk/>
          <pc:sldMk cId="3361833182" sldId="434"/>
        </pc:sldMkLst>
      </pc:sldChg>
      <pc:sldChg chg="addSp delSp modSp add mod">
        <pc:chgData name="Osvaldo Luiz Santos Pereira" userId="c308351cf5a860c7" providerId="LiveId" clId="{A3F69AA3-F4D4-485D-9DDE-0F018352D6E2}" dt="2025-02-16T03:24:41.915" v="9025" actId="20577"/>
        <pc:sldMkLst>
          <pc:docMk/>
          <pc:sldMk cId="3587222122" sldId="4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D6616-81F2-4456-9772-1FE483008E86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6B106-9AB8-4784-8EA5-FE25B35347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28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61649-BF6B-D457-9336-133DE4A71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13717B-B10E-7F81-11C2-56E81797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8F06D-F4E9-FB7E-45DC-C5AA3437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D119D5-4364-0555-7DEF-439FC1D9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A224E-5F24-7E7A-3CE3-D3B8667F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9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E2541-DD65-3FC0-D705-C07748AD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ABC68F-9A26-4567-1E90-E781AAAB1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E429F0-DC25-2A26-A6CF-0FD9CD5A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DCA019-306A-4432-C9BD-A06FAD37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356063-18DC-85E6-0C40-35C8A374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21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907BB-424F-FAA6-A641-00D9E0B7C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329528-B3CC-37C2-3C96-23BAECD44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4B4E74-3EAB-9F5F-9C38-521411F9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F1173F-7FBF-D4FE-16B6-CB8C9631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61BD9A-5C5A-FEA2-26A5-9B053CDC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08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9E303-2D92-0407-D8D6-261E97D5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49C2C1-3262-78B7-1789-DAFB71BC4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5D73B7-BA22-9292-31AB-EFAD7FE0A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992FAE-E636-D120-4210-BB42C45F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BDC584-AC44-1885-DCB4-00D85732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0AD57B-A396-363A-1A5F-4B9A7F61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88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23E68-C782-6CC9-D83F-52D2199FE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EC9BEC-A688-5F59-D98D-608700E3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AB99CD-15ED-2914-21F6-21E223608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2D6ACC-C3EE-7A0C-D17B-1C1861731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42F7CA-46EC-47FB-ED90-B7EB4A1A4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48EC1A-F30C-2DBB-9BBC-21A65435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BF1922-15FB-7A80-6796-10AC0EB2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DB47A7-8664-9A8B-2025-21850FE5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2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0C8AB-1B5A-5E6A-0BDC-240792F4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2D51A8-F2F1-5A98-E106-EDD65516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9FC241-5701-D2CE-52DB-6A7521D9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ACC292-FFBC-A530-BE40-8B22D9A5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30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595FA6-7732-AE80-29CC-543B0DC1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600F35-CBBD-C33F-C4B3-3C24D850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B4746D-3AB3-7D48-1C27-8B8C0914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33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CA28D-CFA5-F453-B120-25272C0C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A84BC4-0E6B-7C15-D597-BBCC79E25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D18CFA-4E1D-845C-8076-A749CE7B1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CF7141-5CE2-1B68-BF4A-57C92934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5B3158-AFC5-4153-4F69-CE81610C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0922F0-0D54-BBCC-4FB4-94B61128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64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59DB8-7810-284C-1B8C-AF8A3136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BC2A59-7DA8-6807-8299-71CD8A32F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8D4960-F577-CB0A-3BC1-BC4AF8D4B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E9917F-3FE9-063D-C2D9-BB729DEA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5A4C0C-7598-748C-ADA9-97BB5F6F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AECA2E-CA57-A9EF-F06B-38850691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45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ADF01-364B-F3BC-8B8F-F85B21EA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2E718F-08AF-8071-F067-940A3ADCB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1616C-D5BA-6721-BC8D-FFE12196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1403C3-63F8-26E7-1711-10D509D3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864090-0DD1-783C-6C34-C6DF5A6E4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07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EDF26F-5E36-C7D4-A31F-E3CB87406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4519D1-A244-0AB7-294F-BAAB0E317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C4176E-0656-F693-662E-E3FACEFB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CB168B-4639-E336-40A3-34D38650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2F6864-2F92-C8D4-91AB-C406C7B5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8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B999696-6493-3502-1E0E-CBCE8971E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370131-5F66-456A-74A8-3862AE31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32411D-E95B-61FB-9147-E72403437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F22CD-C9BE-4BF7-9B0C-C7E5E579D5E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C56B90-C5F3-7D44-B003-D9146D1CF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C53461-EDAF-C3F4-96DE-BC7728182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13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ozsp" TargetMode="External"/><Relationship Id="rId7" Type="http://schemas.openxmlformats.org/officeDocument/2006/relationships/hyperlink" Target="https://www.researchgate.net/profile/Oz-Santos-Pereira" TargetMode="External"/><Relationship Id="rId2" Type="http://schemas.openxmlformats.org/officeDocument/2006/relationships/hyperlink" Target="https://ozsantospereira.github.i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witter.com/Osvaldo91422399" TargetMode="External"/><Relationship Id="rId5" Type="http://schemas.openxmlformats.org/officeDocument/2006/relationships/hyperlink" Target="https://www.linkedin.com/in/osvaldo-pereira" TargetMode="External"/><Relationship Id="rId4" Type="http://schemas.openxmlformats.org/officeDocument/2006/relationships/hyperlink" Target="https://www.patreon.com/c/oz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6.266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C8983AF-C30C-41A9-DF77-886450FD1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3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30F0-0562-E6D0-B78B-A1923090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6E5DA8F-DC44-D35D-6C7B-F2E77990D87E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426EFD-2E07-577E-CEB8-06B0AC1D89A9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Oz in Social Media</a:t>
            </a:r>
            <a:endParaRPr lang="pt-BR" sz="3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6E0BCF-9015-3921-A866-59E342BDD82A}"/>
              </a:ext>
            </a:extLst>
          </p:cNvPr>
          <p:cNvSpPr txBox="1"/>
          <p:nvPr/>
        </p:nvSpPr>
        <p:spPr>
          <a:xfrm>
            <a:off x="285037" y="982176"/>
            <a:ext cx="96700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Website: </a:t>
            </a:r>
            <a:r>
              <a:rPr lang="pt-BR" sz="2400" dirty="0">
                <a:hlinkClick r:id="rId2"/>
              </a:rPr>
              <a:t>https://ozsantospereira.github.io/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Medium</a:t>
            </a:r>
            <a:r>
              <a:rPr lang="pt-BR" sz="2400" dirty="0"/>
              <a:t>: </a:t>
            </a:r>
            <a:r>
              <a:rPr lang="pt-BR" sz="2400" dirty="0">
                <a:hlinkClick r:id="rId3"/>
              </a:rPr>
              <a:t>https://medium.com/@ozsp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Patreon</a:t>
            </a:r>
            <a:r>
              <a:rPr lang="pt-BR" sz="2400" dirty="0"/>
              <a:t>: </a:t>
            </a:r>
            <a:r>
              <a:rPr lang="pt-BR" sz="2400" dirty="0">
                <a:hlinkClick r:id="rId4"/>
              </a:rPr>
              <a:t>https://www.patreon.com/c/ozsp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LinkedIn: </a:t>
            </a:r>
            <a:r>
              <a:rPr lang="pt-BR" sz="2400" dirty="0">
                <a:hlinkClick r:id="rId5"/>
              </a:rPr>
              <a:t>https://www.linkedin.com/in/osvaldo-pereira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Twitter/X: </a:t>
            </a:r>
            <a:r>
              <a:rPr lang="pt-BR" sz="2400" dirty="0">
                <a:hlinkClick r:id="rId6"/>
              </a:rPr>
              <a:t>https://twitter.com/Osvaldo91422399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ResearchGate</a:t>
            </a:r>
            <a:r>
              <a:rPr lang="pt-BR" sz="2400" dirty="0"/>
              <a:t>: </a:t>
            </a:r>
            <a:r>
              <a:rPr lang="pt-BR" sz="2400" dirty="0">
                <a:hlinkClick r:id="rId7"/>
              </a:rPr>
              <a:t>https://www.researchgate.net/profile/Oz-Santos-Pereira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Google Scholar: Osvaldo L. Santos-Pereira</a:t>
            </a:r>
          </a:p>
        </p:txBody>
      </p:sp>
    </p:spTree>
    <p:extLst>
      <p:ext uri="{BB962C8B-B14F-4D97-AF65-F5344CB8AC3E}">
        <p14:creationId xmlns:p14="http://schemas.microsoft.com/office/powerpoint/2010/main" val="411127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93C9-6FE1-81CE-366E-8FC7F69D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F0105101-B07A-4C5A-3A67-7D5F0E21DEC5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9E033F-1555-6137-2A32-EF0B9077E6DF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Research Interests</a:t>
            </a:r>
            <a:endParaRPr lang="pt-BR" sz="3200" dirty="0"/>
          </a:p>
        </p:txBody>
      </p:sp>
      <p:pic>
        <p:nvPicPr>
          <p:cNvPr id="1026" name="Picture 2" descr="Alcubierre Warp Drive Time Travel">
            <a:extLst>
              <a:ext uri="{FF2B5EF4-FFF2-40B4-BE49-F238E27FC236}">
                <a16:creationId xmlns:a16="http://schemas.microsoft.com/office/drawing/2014/main" id="{F09EFA58-1709-907B-3BAC-2CC8748D1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22" y="947056"/>
            <a:ext cx="3611336" cy="270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 Quantum Computing Stocks To Buy As Microsoft Announces Major Breakthrough">
            <a:extLst>
              <a:ext uri="{FF2B5EF4-FFF2-40B4-BE49-F238E27FC236}">
                <a16:creationId xmlns:a16="http://schemas.microsoft.com/office/drawing/2014/main" id="{C7E2E51D-367F-CFFA-7891-2C22B0E0B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0"/>
          <a:stretch/>
        </p:blipFill>
        <p:spPr bwMode="auto">
          <a:xfrm>
            <a:off x="4392389" y="957943"/>
            <a:ext cx="3611336" cy="270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hysical cosmology - Wikipedia">
            <a:extLst>
              <a:ext uri="{FF2B5EF4-FFF2-40B4-BE49-F238E27FC236}">
                <a16:creationId xmlns:a16="http://schemas.microsoft.com/office/drawing/2014/main" id="{5D5ACD57-F200-922C-B1B3-ED03348BE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81"/>
          <a:stretch/>
        </p:blipFill>
        <p:spPr bwMode="auto">
          <a:xfrm>
            <a:off x="8313059" y="947057"/>
            <a:ext cx="3611336" cy="272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Econophysics?">
            <a:extLst>
              <a:ext uri="{FF2B5EF4-FFF2-40B4-BE49-F238E27FC236}">
                <a16:creationId xmlns:a16="http://schemas.microsoft.com/office/drawing/2014/main" id="{B4DB63F6-142B-B855-0E52-E5ACAA357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/>
          <a:stretch/>
        </p:blipFill>
        <p:spPr bwMode="auto">
          <a:xfrm>
            <a:off x="8313059" y="3956960"/>
            <a:ext cx="3611336" cy="270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instein 1920 (XXVIII) Exact Formulation of the General Principle of  Relativity | Vinaire's Blog">
            <a:extLst>
              <a:ext uri="{FF2B5EF4-FFF2-40B4-BE49-F238E27FC236}">
                <a16:creationId xmlns:a16="http://schemas.microsoft.com/office/drawing/2014/main" id="{870BFA4C-FBD5-0F37-50C2-773CBED4D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48" y="3917380"/>
            <a:ext cx="3976410" cy="268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e cyber security impacts of Artificial Intelligence in nursing and  midwifery - ANMJ">
            <a:extLst>
              <a:ext uri="{FF2B5EF4-FFF2-40B4-BE49-F238E27FC236}">
                <a16:creationId xmlns:a16="http://schemas.microsoft.com/office/drawing/2014/main" id="{594D68ED-5AD1-4A55-D159-367D25A50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08"/>
          <a:stretch/>
        </p:blipFill>
        <p:spPr bwMode="auto">
          <a:xfrm>
            <a:off x="4392389" y="3956961"/>
            <a:ext cx="3611337" cy="270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90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DAAE-D563-42AB-B9EF-A2B58889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D562316-8ABC-7414-01F2-C8D78BF72B42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249C339-7CDE-E8E9-DA05-A29DDFC9DFAE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Generative Adversarial Networks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DD14A7-6D87-1C14-DD47-7EE4FE20BDCD}"/>
              </a:ext>
            </a:extLst>
          </p:cNvPr>
          <p:cNvSpPr txBox="1"/>
          <p:nvPr/>
        </p:nvSpPr>
        <p:spPr>
          <a:xfrm>
            <a:off x="94861" y="607397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/>
              <a:t>Source</a:t>
            </a:r>
            <a:r>
              <a:rPr lang="pt-BR" sz="2800" dirty="0"/>
              <a:t>: </a:t>
            </a:r>
            <a:r>
              <a:rPr lang="pt-BR" sz="2800" dirty="0">
                <a:hlinkClick r:id="rId3"/>
              </a:rPr>
              <a:t>https://arxiv.org/abs/1406.2661</a:t>
            </a:r>
            <a:endParaRPr lang="pt-BR" sz="2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E2C8780-A36C-FD73-98C1-4C26A1BCB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99" y="869243"/>
            <a:ext cx="11890001" cy="49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CE1B-BCD9-A5A9-E847-84D4A042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843B53E-F2E2-0589-F25F-37081D9F06C7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0EC4F8E-CBB8-38EA-AE35-A219A3ED11E8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Generative Adversarial Networks (GAN)</a:t>
            </a:r>
            <a:endParaRPr lang="pt-BR" sz="3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9B2E1F-2C13-DF77-0F5A-1F22C74BBF1B}"/>
              </a:ext>
            </a:extLst>
          </p:cNvPr>
          <p:cNvSpPr txBox="1"/>
          <p:nvPr/>
        </p:nvSpPr>
        <p:spPr>
          <a:xfrm>
            <a:off x="185057" y="985523"/>
            <a:ext cx="1183277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Summary</a:t>
            </a:r>
            <a:endParaRPr lang="pt-BR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Class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machine learning frameworks for </a:t>
            </a:r>
            <a:r>
              <a:rPr lang="pt-BR" sz="2400" dirty="0" err="1"/>
              <a:t>approaching</a:t>
            </a:r>
            <a:r>
              <a:rPr lang="pt-BR" sz="2400" dirty="0"/>
              <a:t> </a:t>
            </a:r>
            <a:r>
              <a:rPr lang="pt-BR" sz="2400" dirty="0" err="1"/>
              <a:t>generative</a:t>
            </a:r>
            <a:r>
              <a:rPr lang="pt-BR" sz="2400" dirty="0"/>
              <a:t> Artificial </a:t>
            </a:r>
            <a:r>
              <a:rPr lang="pt-BR" sz="2400" dirty="0" err="1"/>
              <a:t>Intelligence</a:t>
            </a:r>
            <a:r>
              <a:rPr lang="pt-BR" sz="24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Developed</a:t>
            </a:r>
            <a:r>
              <a:rPr lang="pt-BR" sz="2400" dirty="0"/>
              <a:t> </a:t>
            </a:r>
            <a:r>
              <a:rPr lang="pt-BR" sz="2400" dirty="0" err="1"/>
              <a:t>by</a:t>
            </a:r>
            <a:r>
              <a:rPr lang="pt-BR" sz="2400" dirty="0"/>
              <a:t> Ian </a:t>
            </a:r>
            <a:r>
              <a:rPr lang="pt-BR" sz="2400" dirty="0" err="1"/>
              <a:t>Goodfellow</a:t>
            </a:r>
            <a:r>
              <a:rPr lang="pt-BR" sz="2400" dirty="0"/>
              <a:t> in 2014.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Two</a:t>
            </a:r>
            <a:r>
              <a:rPr lang="pt-BR" sz="2400" dirty="0"/>
              <a:t> neural networks in a zero-sum game.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Originally</a:t>
            </a:r>
            <a:r>
              <a:rPr lang="pt-BR" sz="2400" dirty="0"/>
              <a:t> </a:t>
            </a:r>
            <a:r>
              <a:rPr lang="pt-BR" sz="2400" dirty="0" err="1"/>
              <a:t>proposed</a:t>
            </a:r>
            <a:r>
              <a:rPr lang="pt-BR" sz="2400" dirty="0"/>
              <a:t> as a </a:t>
            </a:r>
            <a:r>
              <a:rPr lang="pt-BR" sz="2400" dirty="0" err="1"/>
              <a:t>form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generative</a:t>
            </a:r>
            <a:r>
              <a:rPr lang="pt-BR" sz="2400" dirty="0"/>
              <a:t> model for </a:t>
            </a:r>
            <a:r>
              <a:rPr lang="pt-BR" sz="2400" dirty="0" err="1"/>
              <a:t>unsupervised</a:t>
            </a:r>
            <a:r>
              <a:rPr lang="pt-BR" sz="2400" dirty="0"/>
              <a:t> learning.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Also</a:t>
            </a:r>
            <a:r>
              <a:rPr lang="pt-BR" sz="2400" dirty="0"/>
              <a:t> </a:t>
            </a:r>
            <a:r>
              <a:rPr lang="pt-BR" sz="2400" dirty="0" err="1"/>
              <a:t>useful</a:t>
            </a:r>
            <a:r>
              <a:rPr lang="pt-BR" sz="2400" dirty="0"/>
              <a:t> for </a:t>
            </a:r>
            <a:r>
              <a:rPr lang="pt-BR" sz="2400" dirty="0" err="1"/>
              <a:t>semi-supervised</a:t>
            </a:r>
            <a:r>
              <a:rPr lang="pt-BR" sz="2400" dirty="0"/>
              <a:t> learning, </a:t>
            </a:r>
            <a:r>
              <a:rPr lang="pt-BR" sz="2400" dirty="0" err="1"/>
              <a:t>supervised</a:t>
            </a:r>
            <a:r>
              <a:rPr lang="pt-BR" sz="2400" dirty="0"/>
              <a:t>, </a:t>
            </a:r>
            <a:r>
              <a:rPr lang="pt-BR" sz="2400" dirty="0" err="1"/>
              <a:t>and</a:t>
            </a:r>
            <a:r>
              <a:rPr lang="pt-BR" sz="2400" dirty="0"/>
              <a:t> </a:t>
            </a:r>
            <a:r>
              <a:rPr lang="pt-BR" sz="2400" dirty="0" err="1"/>
              <a:t>reinforcement</a:t>
            </a:r>
            <a:r>
              <a:rPr lang="pt-BR" sz="2400" dirty="0"/>
              <a:t> learning.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Composed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a </a:t>
            </a:r>
            <a:r>
              <a:rPr lang="pt-BR" sz="2400" dirty="0" err="1"/>
              <a:t>generator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a </a:t>
            </a:r>
            <a:r>
              <a:rPr lang="pt-BR" sz="2400" dirty="0" err="1"/>
              <a:t>discriminator</a:t>
            </a:r>
            <a:r>
              <a:rPr lang="pt-BR" sz="24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/>
              <a:t>The </a:t>
            </a:r>
            <a:r>
              <a:rPr lang="pt-BR" sz="2400" dirty="0" err="1"/>
              <a:t>discriminator</a:t>
            </a:r>
            <a:r>
              <a:rPr lang="pt-BR" sz="2400" dirty="0"/>
              <a:t> </a:t>
            </a:r>
            <a:r>
              <a:rPr lang="pt-BR" sz="2400" dirty="0" err="1"/>
              <a:t>analyzes</a:t>
            </a:r>
            <a:r>
              <a:rPr lang="pt-BR" sz="2400" dirty="0"/>
              <a:t> </a:t>
            </a:r>
            <a:r>
              <a:rPr lang="pt-BR" sz="2400" dirty="0" err="1"/>
              <a:t>how</a:t>
            </a:r>
            <a:r>
              <a:rPr lang="pt-BR" sz="2400" dirty="0"/>
              <a:t> close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fake </a:t>
            </a:r>
            <a:r>
              <a:rPr lang="pt-BR" sz="2400" dirty="0" err="1"/>
              <a:t>data’s</a:t>
            </a:r>
            <a:r>
              <a:rPr lang="pt-BR" sz="2400" dirty="0"/>
              <a:t> </a:t>
            </a:r>
            <a:r>
              <a:rPr lang="pt-BR" sz="2400" dirty="0" err="1"/>
              <a:t>ground</a:t>
            </a:r>
            <a:r>
              <a:rPr lang="pt-BR" sz="2400" dirty="0"/>
              <a:t> </a:t>
            </a:r>
            <a:r>
              <a:rPr lang="pt-BR" sz="2400" dirty="0" err="1"/>
              <a:t>truth</a:t>
            </a:r>
            <a:r>
              <a:rPr lang="pt-BR" sz="2400" dirty="0"/>
              <a:t> </a:t>
            </a:r>
            <a:r>
              <a:rPr lang="pt-BR" sz="2400" dirty="0" err="1"/>
              <a:t>is</a:t>
            </a:r>
            <a:r>
              <a:rPr lang="pt-BR" sz="24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Generator</a:t>
            </a:r>
            <a:r>
              <a:rPr lang="pt-BR" sz="2400" dirty="0"/>
              <a:t> competes </a:t>
            </a:r>
            <a:r>
              <a:rPr lang="pt-BR" sz="2400" dirty="0" err="1"/>
              <a:t>with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discriminator</a:t>
            </a:r>
            <a:r>
              <a:rPr lang="pt-BR" sz="2400" dirty="0"/>
              <a:t> </a:t>
            </a:r>
            <a:r>
              <a:rPr lang="pt-BR" sz="2400" dirty="0" err="1"/>
              <a:t>by</a:t>
            </a:r>
            <a:r>
              <a:rPr lang="pt-BR" sz="2400" dirty="0"/>
              <a:t> </a:t>
            </a:r>
            <a:r>
              <a:rPr lang="pt-BR" sz="2400" dirty="0" err="1"/>
              <a:t>creating</a:t>
            </a:r>
            <a:r>
              <a:rPr lang="pt-BR" sz="2400" dirty="0"/>
              <a:t> fake data.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Generator</a:t>
            </a:r>
            <a:r>
              <a:rPr lang="pt-BR" sz="2400" dirty="0"/>
              <a:t> </a:t>
            </a:r>
            <a:r>
              <a:rPr lang="pt-BR" sz="2400" dirty="0" err="1"/>
              <a:t>aims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minimize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objective</a:t>
            </a:r>
            <a:r>
              <a:rPr lang="pt-BR" sz="2400" dirty="0"/>
              <a:t> </a:t>
            </a:r>
            <a:r>
              <a:rPr lang="pt-BR" sz="2400" dirty="0" err="1"/>
              <a:t>function</a:t>
            </a:r>
            <a:r>
              <a:rPr lang="pt-BR" sz="24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Discriminator</a:t>
            </a:r>
            <a:r>
              <a:rPr lang="pt-BR" sz="2400" dirty="0"/>
              <a:t> </a:t>
            </a:r>
            <a:r>
              <a:rPr lang="pt-BR" sz="2400" dirty="0" err="1"/>
              <a:t>aims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maximize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objective</a:t>
            </a:r>
            <a:r>
              <a:rPr lang="pt-BR" sz="2400" dirty="0"/>
              <a:t> </a:t>
            </a:r>
            <a:r>
              <a:rPr lang="pt-BR" sz="2400" dirty="0" err="1"/>
              <a:t>function</a:t>
            </a:r>
            <a:r>
              <a:rPr lang="pt-BR" sz="24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Discriminator</a:t>
            </a:r>
            <a:r>
              <a:rPr lang="pt-BR" sz="2400" dirty="0"/>
              <a:t> </a:t>
            </a:r>
            <a:r>
              <a:rPr lang="pt-BR" sz="2400" dirty="0" err="1"/>
              <a:t>aims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achieve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true</a:t>
            </a:r>
            <a:r>
              <a:rPr lang="pt-BR" sz="2400" dirty="0"/>
              <a:t> </a:t>
            </a:r>
            <a:r>
              <a:rPr lang="pt-BR" sz="2400" dirty="0" err="1"/>
              <a:t>distribution</a:t>
            </a:r>
            <a:r>
              <a:rPr lang="pt-BR" sz="24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2400" dirty="0" err="1"/>
              <a:t>GANs</a:t>
            </a:r>
            <a:r>
              <a:rPr lang="pt-BR" sz="2400" dirty="0"/>
              <a:t> are </a:t>
            </a:r>
            <a:r>
              <a:rPr lang="pt-BR" sz="2400" dirty="0" err="1"/>
              <a:t>asymptotically</a:t>
            </a:r>
            <a:r>
              <a:rPr lang="pt-BR" sz="2400" dirty="0"/>
              <a:t> </a:t>
            </a:r>
            <a:r>
              <a:rPr lang="pt-BR" sz="2400" dirty="0" err="1"/>
              <a:t>consistent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898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7D17-C4F0-655F-BD10-28273AC1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D548FE0-3CF4-3336-1062-FAA8320D4FB7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B05F152-DE40-F1C9-0FB7-E024B6DBBFC4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Mathematical Definition</a:t>
            </a:r>
            <a:endParaRPr lang="pt-B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9E23D8C-8A94-C32F-90F6-C8F1254C8017}"/>
                  </a:ext>
                </a:extLst>
              </p:cNvPr>
              <p:cNvSpPr txBox="1"/>
              <p:nvPr/>
            </p:nvSpPr>
            <p:spPr>
              <a:xfrm>
                <a:off x="185057" y="1079032"/>
                <a:ext cx="11832772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Generator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maps</a:t>
                </a:r>
                <a:r>
                  <a:rPr lang="pt-BR" sz="2400" dirty="0"/>
                  <a:t> a Random </a:t>
                </a:r>
                <a:r>
                  <a:rPr lang="pt-BR" sz="2400" dirty="0" err="1"/>
                  <a:t>noise</a:t>
                </a:r>
                <a:r>
                  <a:rPr lang="pt-BR" sz="2400" dirty="0"/>
                  <a:t> vector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that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mimics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the</a:t>
                </a:r>
                <a:r>
                  <a:rPr lang="pt-BR" sz="2400" dirty="0"/>
                  <a:t> real </a:t>
                </a:r>
                <a:r>
                  <a:rPr lang="pt-BR" sz="2400" dirty="0" err="1"/>
                  <a:t>distribution</a:t>
                </a:r>
                <a:r>
                  <a:rPr lang="pt-BR" sz="2400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pt-BR" sz="2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pt-BR" sz="2400" dirty="0" err="1"/>
                  <a:t>Discriminator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takes </a:t>
                </a:r>
                <a:r>
                  <a:rPr lang="pt-BR" sz="2400" dirty="0" err="1"/>
                  <a:t>an</a:t>
                </a:r>
                <a:r>
                  <a:rPr lang="pt-BR" sz="2400" dirty="0"/>
                  <a:t> input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and</a:t>
                </a:r>
                <a:r>
                  <a:rPr lang="pt-BR" sz="2400" dirty="0"/>
                  <a:t> outputs </a:t>
                </a:r>
                <a:r>
                  <a:rPr lang="pt-BR" sz="2400" dirty="0" err="1"/>
                  <a:t>the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probability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that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is</a:t>
                </a:r>
                <a:r>
                  <a:rPr lang="pt-BR" sz="2400" dirty="0"/>
                  <a:t> real.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pt-BR" sz="2400" dirty="0"/>
              </a:p>
              <a:p>
                <a:r>
                  <a:rPr lang="pt-BR" sz="2400" dirty="0"/>
                  <a:t>The GAN zero-sum game </a:t>
                </a:r>
                <a:r>
                  <a:rPr lang="pt-BR" sz="2400" dirty="0" err="1"/>
                  <a:t>is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defined</a:t>
                </a:r>
                <a:r>
                  <a:rPr lang="pt-BR" sz="2400" dirty="0"/>
                  <a:t> </a:t>
                </a:r>
                <a:r>
                  <a:rPr lang="pt-BR" sz="2400" dirty="0" err="1"/>
                  <a:t>by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the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following</a:t>
                </a:r>
                <a:r>
                  <a:rPr lang="pt-BR" sz="2400" dirty="0"/>
                  <a:t> </a:t>
                </a:r>
                <a:r>
                  <a:rPr lang="pt-BR" sz="2400" dirty="0" err="1"/>
                  <a:t>objective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function</a:t>
                </a:r>
                <a:r>
                  <a:rPr lang="pt-BR" sz="2400" dirty="0"/>
                  <a:t>: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For </a:t>
                </a:r>
                <a:r>
                  <a:rPr lang="pt-BR" sz="2400" dirty="0" err="1"/>
                  <a:t>the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toy</a:t>
                </a:r>
                <a:r>
                  <a:rPr lang="pt-BR" sz="2400" dirty="0"/>
                  <a:t> model, I </a:t>
                </a:r>
                <a:r>
                  <a:rPr lang="pt-BR" sz="2400" dirty="0" err="1"/>
                  <a:t>added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another</a:t>
                </a:r>
                <a:r>
                  <a:rPr lang="pt-BR" sz="2400" dirty="0"/>
                  <a:t> </a:t>
                </a:r>
                <a:r>
                  <a:rPr lang="pt-BR" sz="2400" dirty="0" err="1"/>
                  <a:t>statistical</a:t>
                </a:r>
                <a:r>
                  <a:rPr lang="pt-BR" sz="2400" dirty="0"/>
                  <a:t> </a:t>
                </a:r>
                <a:r>
                  <a:rPr lang="pt-BR" sz="2400" dirty="0" err="1"/>
                  <a:t>objective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function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the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Generator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9E23D8C-8A94-C32F-90F6-C8F1254C8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57" y="1079032"/>
                <a:ext cx="11832772" cy="4154984"/>
              </a:xfrm>
              <a:prstGeom prst="rect">
                <a:avLst/>
              </a:prstGeom>
              <a:blipFill>
                <a:blip r:embed="rId2"/>
                <a:stretch>
                  <a:fillRect l="-773" t="-1173" r="-103" b="-23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1BF3D7A0-48F3-3FED-5B2F-4F026FC24312}"/>
              </a:ext>
            </a:extLst>
          </p:cNvPr>
          <p:cNvSpPr txBox="1"/>
          <p:nvPr/>
        </p:nvSpPr>
        <p:spPr>
          <a:xfrm>
            <a:off x="11234057" y="3378311"/>
            <a:ext cx="653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  <p:pic>
        <p:nvPicPr>
          <p:cNvPr id="1030" name="Picture 6" descr="Generative Adversarial Networks ...">
            <a:extLst>
              <a:ext uri="{FF2B5EF4-FFF2-40B4-BE49-F238E27FC236}">
                <a16:creationId xmlns:a16="http://schemas.microsoft.com/office/drawing/2014/main" id="{47EE2412-F049-8035-4843-76D2A6068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20" y="3109011"/>
            <a:ext cx="10372749" cy="14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846618-CACA-A08A-AD60-E653C00AA497}"/>
              </a:ext>
            </a:extLst>
          </p:cNvPr>
          <p:cNvSpPr txBox="1"/>
          <p:nvPr/>
        </p:nvSpPr>
        <p:spPr>
          <a:xfrm>
            <a:off x="11234057" y="5548134"/>
            <a:ext cx="653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92FA338-24AC-288A-B33D-1879E2B8E658}"/>
                  </a:ext>
                </a:extLst>
              </p:cNvPr>
              <p:cNvSpPr txBox="1"/>
              <p:nvPr/>
            </p:nvSpPr>
            <p:spPr>
              <a:xfrm>
                <a:off x="2862943" y="5563524"/>
                <a:ext cx="661487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𝑠𝑡𝑎𝑡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𝑆𝑡𝑑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92FA338-24AC-288A-B33D-1879E2B8E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943" y="5563524"/>
                <a:ext cx="661487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50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D48F2-684A-94C4-EC45-B3B82466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53374B1-5430-9DDD-C173-0F512388E1CC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959BD24-22F4-E715-877A-39AB4C940518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GAN Architecture</a:t>
            </a:r>
            <a:endParaRPr lang="pt-BR" sz="3200" dirty="0"/>
          </a:p>
        </p:txBody>
      </p:sp>
      <p:pic>
        <p:nvPicPr>
          <p:cNvPr id="19" name="Gráfico 18" descr="Robô com preenchimento sólido">
            <a:extLst>
              <a:ext uri="{FF2B5EF4-FFF2-40B4-BE49-F238E27FC236}">
                <a16:creationId xmlns:a16="http://schemas.microsoft.com/office/drawing/2014/main" id="{4435BDF6-C57D-FD55-6ED8-F8F796561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9403" y="3425585"/>
            <a:ext cx="1230086" cy="1230086"/>
          </a:xfrm>
          <a:prstGeom prst="rect">
            <a:avLst/>
          </a:prstGeom>
        </p:spPr>
      </p:pic>
      <p:pic>
        <p:nvPicPr>
          <p:cNvPr id="21" name="Gráfico 20" descr="Robô estrutura de tópicos">
            <a:extLst>
              <a:ext uri="{FF2B5EF4-FFF2-40B4-BE49-F238E27FC236}">
                <a16:creationId xmlns:a16="http://schemas.microsoft.com/office/drawing/2014/main" id="{42976F8F-4E5A-67D5-1B07-FD012B0D0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372" y="2096492"/>
            <a:ext cx="1230086" cy="1230086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6E3B1262-A340-E543-DA86-5AF1C8EFF188}"/>
              </a:ext>
            </a:extLst>
          </p:cNvPr>
          <p:cNvSpPr txBox="1"/>
          <p:nvPr/>
        </p:nvSpPr>
        <p:spPr>
          <a:xfrm>
            <a:off x="272340" y="3231175"/>
            <a:ext cx="148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Generator</a:t>
            </a:r>
            <a:endParaRPr lang="pt-BR" b="1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6D5C7C5-FBA9-7878-4156-3B1AC983B566}"/>
              </a:ext>
            </a:extLst>
          </p:cNvPr>
          <p:cNvSpPr txBox="1"/>
          <p:nvPr/>
        </p:nvSpPr>
        <p:spPr>
          <a:xfrm>
            <a:off x="6101545" y="4516112"/>
            <a:ext cx="148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Discriminator</a:t>
            </a:r>
            <a:endParaRPr lang="pt-BR" b="1" dirty="0"/>
          </a:p>
        </p:txBody>
      </p:sp>
      <p:pic>
        <p:nvPicPr>
          <p:cNvPr id="25" name="Gráfico 24" descr="Blockchain com preenchimento sólido">
            <a:extLst>
              <a:ext uri="{FF2B5EF4-FFF2-40B4-BE49-F238E27FC236}">
                <a16:creationId xmlns:a16="http://schemas.microsoft.com/office/drawing/2014/main" id="{B417BD47-E4A2-31AA-BA62-CFDC7000B0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056" y="4735190"/>
            <a:ext cx="1042084" cy="1042084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AF71CE27-0C3C-7B43-0A9E-98CA55CDE4BC}"/>
              </a:ext>
            </a:extLst>
          </p:cNvPr>
          <p:cNvSpPr txBox="1"/>
          <p:nvPr/>
        </p:nvSpPr>
        <p:spPr>
          <a:xfrm>
            <a:off x="306197" y="5865518"/>
            <a:ext cx="148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Real Data</a:t>
            </a:r>
          </a:p>
        </p:txBody>
      </p:sp>
      <p:pic>
        <p:nvPicPr>
          <p:cNvPr id="2056" name="Picture 8" descr="The Gaussian Distribution - The Beard Sage">
            <a:extLst>
              <a:ext uri="{FF2B5EF4-FFF2-40B4-BE49-F238E27FC236}">
                <a16:creationId xmlns:a16="http://schemas.microsoft.com/office/drawing/2014/main" id="{D84240FB-6DC3-727A-3692-C54A29C03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67" y="4482250"/>
            <a:ext cx="260032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AE74670B-0AEF-F0DC-8951-28C96BD20C05}"/>
              </a:ext>
            </a:extLst>
          </p:cNvPr>
          <p:cNvSpPr/>
          <p:nvPr/>
        </p:nvSpPr>
        <p:spPr>
          <a:xfrm>
            <a:off x="1710292" y="5054848"/>
            <a:ext cx="768124" cy="402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16A2B715-9BAA-2D71-C737-0E80B7E9007F}"/>
              </a:ext>
            </a:extLst>
          </p:cNvPr>
          <p:cNvSpPr/>
          <p:nvPr/>
        </p:nvSpPr>
        <p:spPr>
          <a:xfrm>
            <a:off x="1710292" y="2673076"/>
            <a:ext cx="768124" cy="402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DEEE464-1B20-CBE4-7CF7-A0FE40E2141C}"/>
              </a:ext>
            </a:extLst>
          </p:cNvPr>
          <p:cNvSpPr txBox="1"/>
          <p:nvPr/>
        </p:nvSpPr>
        <p:spPr>
          <a:xfrm>
            <a:off x="3121528" y="6327093"/>
            <a:ext cx="148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Ground </a:t>
            </a:r>
            <a:r>
              <a:rPr lang="pt-BR" b="1" dirty="0" err="1"/>
              <a:t>Truth</a:t>
            </a:r>
            <a:endParaRPr lang="pt-BR" b="1" dirty="0"/>
          </a:p>
        </p:txBody>
      </p:sp>
      <p:pic>
        <p:nvPicPr>
          <p:cNvPr id="30" name="Picture 8" descr="The Gaussian Distribution - The Beard Sage">
            <a:extLst>
              <a:ext uri="{FF2B5EF4-FFF2-40B4-BE49-F238E27FC236}">
                <a16:creationId xmlns:a16="http://schemas.microsoft.com/office/drawing/2014/main" id="{0F0FA302-F791-3B13-F6ED-ABD8F98E9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67" y="1796776"/>
            <a:ext cx="260032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F0A6A932-CA4E-170F-2959-BCAE7462F849}"/>
              </a:ext>
            </a:extLst>
          </p:cNvPr>
          <p:cNvSpPr txBox="1"/>
          <p:nvPr/>
        </p:nvSpPr>
        <p:spPr>
          <a:xfrm>
            <a:off x="2864965" y="3651343"/>
            <a:ext cx="192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Generator</a:t>
            </a:r>
            <a:r>
              <a:rPr lang="pt-BR" b="1" dirty="0"/>
              <a:t> Data</a:t>
            </a:r>
          </a:p>
        </p:txBody>
      </p:sp>
      <p:sp>
        <p:nvSpPr>
          <p:cNvPr id="32" name="Seta: para a Direita 31">
            <a:extLst>
              <a:ext uri="{FF2B5EF4-FFF2-40B4-BE49-F238E27FC236}">
                <a16:creationId xmlns:a16="http://schemas.microsoft.com/office/drawing/2014/main" id="{F30958DC-317B-78A2-B248-073255202ECE}"/>
              </a:ext>
            </a:extLst>
          </p:cNvPr>
          <p:cNvSpPr/>
          <p:nvPr/>
        </p:nvSpPr>
        <p:spPr>
          <a:xfrm rot="1678344">
            <a:off x="5367875" y="3081201"/>
            <a:ext cx="768124" cy="402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6B31C00D-2259-8A14-92BF-0B42645220FF}"/>
              </a:ext>
            </a:extLst>
          </p:cNvPr>
          <p:cNvSpPr/>
          <p:nvPr/>
        </p:nvSpPr>
        <p:spPr>
          <a:xfrm rot="19823460">
            <a:off x="5341248" y="5157165"/>
            <a:ext cx="768124" cy="402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8" name="Picture 10" descr="Real and fake thumbs up down icon Royalty Free Vector Image">
            <a:extLst>
              <a:ext uri="{FF2B5EF4-FFF2-40B4-BE49-F238E27FC236}">
                <a16:creationId xmlns:a16="http://schemas.microsoft.com/office/drawing/2014/main" id="{6CC73F4E-7A80-9231-153F-8A1A0A091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1" t="11873" r="8368" b="23566"/>
          <a:stretch/>
        </p:blipFill>
        <p:spPr bwMode="auto">
          <a:xfrm>
            <a:off x="8408049" y="3600507"/>
            <a:ext cx="1391711" cy="85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224A1C06-413A-92E8-B804-DFC5CC369FE8}"/>
              </a:ext>
            </a:extLst>
          </p:cNvPr>
          <p:cNvSpPr/>
          <p:nvPr/>
        </p:nvSpPr>
        <p:spPr>
          <a:xfrm>
            <a:off x="7503303" y="3819291"/>
            <a:ext cx="768124" cy="402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6" name="Gráfico 35" descr="Processador com preenchimento sólido">
            <a:extLst>
              <a:ext uri="{FF2B5EF4-FFF2-40B4-BE49-F238E27FC236}">
                <a16:creationId xmlns:a16="http://schemas.microsoft.com/office/drawing/2014/main" id="{CD58C669-FD94-5A8D-5AA2-7D9D32E5F1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69657" y="4556664"/>
            <a:ext cx="914400" cy="914400"/>
          </a:xfrm>
          <a:prstGeom prst="rect">
            <a:avLst/>
          </a:prstGeom>
        </p:spPr>
      </p:pic>
      <p:pic>
        <p:nvPicPr>
          <p:cNvPr id="38" name="Gráfico 37" descr="Processador estrutura de tópicos">
            <a:extLst>
              <a:ext uri="{FF2B5EF4-FFF2-40B4-BE49-F238E27FC236}">
                <a16:creationId xmlns:a16="http://schemas.microsoft.com/office/drawing/2014/main" id="{FAD504B1-BF64-0051-FADE-9CBE5E8EB0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54395" y="2010185"/>
            <a:ext cx="914400" cy="914400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CD5EF590-9A61-C6A3-E637-52038B289627}"/>
              </a:ext>
            </a:extLst>
          </p:cNvPr>
          <p:cNvSpPr txBox="1"/>
          <p:nvPr/>
        </p:nvSpPr>
        <p:spPr>
          <a:xfrm>
            <a:off x="9960429" y="5375646"/>
            <a:ext cx="192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Discriminator</a:t>
            </a:r>
            <a:r>
              <a:rPr lang="pt-BR" b="1" dirty="0"/>
              <a:t> </a:t>
            </a:r>
            <a:r>
              <a:rPr lang="pt-BR" b="1" dirty="0" err="1"/>
              <a:t>Loss</a:t>
            </a:r>
            <a:endParaRPr lang="pt-BR" b="1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F8108B6-46C8-C5A8-7FC9-52DE69412D41}"/>
              </a:ext>
            </a:extLst>
          </p:cNvPr>
          <p:cNvSpPr txBox="1"/>
          <p:nvPr/>
        </p:nvSpPr>
        <p:spPr>
          <a:xfrm>
            <a:off x="9799760" y="2822277"/>
            <a:ext cx="231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Generator</a:t>
            </a:r>
            <a:r>
              <a:rPr lang="pt-BR" b="1" dirty="0"/>
              <a:t> </a:t>
            </a:r>
            <a:r>
              <a:rPr lang="pt-BR" b="1" dirty="0" err="1"/>
              <a:t>Loss</a:t>
            </a:r>
            <a:endParaRPr lang="pt-BR" b="1" dirty="0"/>
          </a:p>
        </p:txBody>
      </p: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DA993FD3-FE5E-30A3-DBE3-F838EF8F1FC9}"/>
              </a:ext>
            </a:extLst>
          </p:cNvPr>
          <p:cNvCxnSpPr>
            <a:cxnSpLocks/>
            <a:stCxn id="38" idx="0"/>
            <a:endCxn id="21" idx="0"/>
          </p:cNvCxnSpPr>
          <p:nvPr/>
        </p:nvCxnSpPr>
        <p:spPr>
          <a:xfrm rot="16200000" flipH="1" flipV="1">
            <a:off x="5920351" y="-2894752"/>
            <a:ext cx="86307" cy="9896180"/>
          </a:xfrm>
          <a:prstGeom prst="bentConnector3">
            <a:avLst>
              <a:gd name="adj1" fmla="val -681093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5E4120B-7414-FB43-A0D4-0FE948771A9B}"/>
              </a:ext>
            </a:extLst>
          </p:cNvPr>
          <p:cNvSpPr txBox="1"/>
          <p:nvPr/>
        </p:nvSpPr>
        <p:spPr>
          <a:xfrm>
            <a:off x="3121528" y="962407"/>
            <a:ext cx="504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Backpropagation</a:t>
            </a:r>
            <a:r>
              <a:rPr lang="pt-BR" b="1" dirty="0"/>
              <a:t>: Maximize </a:t>
            </a:r>
            <a:r>
              <a:rPr lang="pt-BR" b="1" dirty="0" err="1"/>
              <a:t>error</a:t>
            </a:r>
            <a:endParaRPr lang="pt-BR" b="1" dirty="0"/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58F2D41E-9B78-6524-CAFF-F5DE432C1F98}"/>
              </a:ext>
            </a:extLst>
          </p:cNvPr>
          <p:cNvCxnSpPr>
            <a:cxnSpLocks/>
            <a:stCxn id="39" idx="2"/>
            <a:endCxn id="23" idx="2"/>
          </p:cNvCxnSpPr>
          <p:nvPr/>
        </p:nvCxnSpPr>
        <p:spPr>
          <a:xfrm rot="5400000" flipH="1">
            <a:off x="8454014" y="3275876"/>
            <a:ext cx="859534" cy="4078670"/>
          </a:xfrm>
          <a:prstGeom prst="bentConnector3">
            <a:avLst>
              <a:gd name="adj1" fmla="val -26596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213EFD9-6C20-610B-0520-776A3E5392CD}"/>
              </a:ext>
            </a:extLst>
          </p:cNvPr>
          <p:cNvSpPr txBox="1"/>
          <p:nvPr/>
        </p:nvSpPr>
        <p:spPr>
          <a:xfrm>
            <a:off x="6362402" y="6050184"/>
            <a:ext cx="504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Backpropagation</a:t>
            </a:r>
            <a:r>
              <a:rPr lang="pt-BR" b="1" dirty="0"/>
              <a:t>: Minimize </a:t>
            </a:r>
            <a:r>
              <a:rPr lang="pt-BR" b="1" dirty="0" err="1"/>
              <a:t>error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58303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F2E6-DDD0-5361-EF57-B83C7F549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DD25E8C-0DC6-536E-1BF8-F3C5A7F12A26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3320925-2A19-E644-495C-428B4FF8AF39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Generative Adversarial Network Toy Model</a:t>
            </a:r>
            <a:endParaRPr lang="pt-BR" sz="3200" dirty="0"/>
          </a:p>
        </p:txBody>
      </p:sp>
      <p:pic>
        <p:nvPicPr>
          <p:cNvPr id="2" name="gan_training_progress">
            <a:hlinkClick r:id="" action="ppaction://media"/>
            <a:extLst>
              <a:ext uri="{FF2B5EF4-FFF2-40B4-BE49-F238E27FC236}">
                <a16:creationId xmlns:a16="http://schemas.microsoft.com/office/drawing/2014/main" id="{A40F5545-A86E-9589-D6B2-E37D2EFCFE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71834" y="859970"/>
            <a:ext cx="7248331" cy="543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3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7EC3-99D3-3520-1AC8-FACC1B4A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4B4E5CE-1C69-3BCD-7866-5FABFCA0B50A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42A791A-2E66-37F5-3FE2-1F899222DD6A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Other Architecture</a:t>
            </a:r>
            <a:endParaRPr lang="pt-BR" sz="3200" dirty="0"/>
          </a:p>
        </p:txBody>
      </p:sp>
      <p:pic>
        <p:nvPicPr>
          <p:cNvPr id="2" name="gan_training_progress2">
            <a:hlinkClick r:id="" action="ppaction://media"/>
            <a:extLst>
              <a:ext uri="{FF2B5EF4-FFF2-40B4-BE49-F238E27FC236}">
                <a16:creationId xmlns:a16="http://schemas.microsoft.com/office/drawing/2014/main" id="{BC716639-FE57-363A-0868-0A0C5D2E7EF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94753" y="783771"/>
            <a:ext cx="7444272" cy="55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2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3C99-46D6-D56E-E0E4-0D08461D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ke Share Subscribe Vector Design Images, Youtube Logo With Subscribe Like  And Share, Subscribe, Like, Share PNG Image For Free Download">
            <a:extLst>
              <a:ext uri="{FF2B5EF4-FFF2-40B4-BE49-F238E27FC236}">
                <a16:creationId xmlns:a16="http://schemas.microsoft.com/office/drawing/2014/main" id="{38E30A02-774D-C6B9-A545-D5EABE332E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7" t="15788" r="12845" b="17735"/>
          <a:stretch/>
        </p:blipFill>
        <p:spPr bwMode="auto">
          <a:xfrm>
            <a:off x="3254829" y="903517"/>
            <a:ext cx="6096000" cy="5421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8710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26008</TotalTime>
  <Words>324</Words>
  <Application>Microsoft Office PowerPoint</Application>
  <PresentationFormat>Widescreen</PresentationFormat>
  <Paragraphs>60</Paragraphs>
  <Slides>10</Slides>
  <Notes>1</Notes>
  <HiddenSlides>0</HiddenSlides>
  <MMClips>2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Osvaldo Luiz Santos Pereira</dc:creator>
  <cp:lastModifiedBy>Osvaldo Luiz Santos Pereira</cp:lastModifiedBy>
  <cp:revision>50</cp:revision>
  <dcterms:created xsi:type="dcterms:W3CDTF">2023-06-05T09:47:36Z</dcterms:created>
  <dcterms:modified xsi:type="dcterms:W3CDTF">2025-03-09T05:28:46Z</dcterms:modified>
</cp:coreProperties>
</file>